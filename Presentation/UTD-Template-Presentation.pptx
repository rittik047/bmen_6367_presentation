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19"/>
  </p:notesMasterIdLst>
  <p:sldIdLst>
    <p:sldId id="264" r:id="rId2"/>
    <p:sldId id="268" r:id="rId3"/>
    <p:sldId id="269" r:id="rId4"/>
    <p:sldId id="273" r:id="rId5"/>
    <p:sldId id="274" r:id="rId6"/>
    <p:sldId id="270" r:id="rId7"/>
    <p:sldId id="275" r:id="rId8"/>
    <p:sldId id="259" r:id="rId9"/>
    <p:sldId id="276" r:id="rId10"/>
    <p:sldId id="271" r:id="rId11"/>
    <p:sldId id="266" r:id="rId12"/>
    <p:sldId id="277" r:id="rId13"/>
    <p:sldId id="265" r:id="rId14"/>
    <p:sldId id="272" r:id="rId15"/>
    <p:sldId id="263" r:id="rId16"/>
    <p:sldId id="278" r:id="rId17"/>
    <p:sldId id="260" r:id="rId18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758B145-DA17-DFAE-88EA-295A09EB32D1}" name="Shippey, Bridget" initials="SB" userId="S::bxs220048@utdallas.edu::bcf845d3-5429-432f-9fc9-9da139464ca1" providerId="AD"/>
  <p188:author id="{D83ED45F-A57B-31FE-DDF6-D846E20E5D40}" name="Heimbuch, Jessica Melton" initials="HM" userId="S::jjm082000@utdallas.edu::c111b8c1-5659-40c8-9231-399b41b639e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F0D9"/>
    <a:srgbClr val="003720"/>
    <a:srgbClr val="000000"/>
    <a:srgbClr val="88AE93"/>
    <a:srgbClr val="E87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94"/>
    <p:restoredTop sz="94635"/>
  </p:normalViewPr>
  <p:slideViewPr>
    <p:cSldViewPr snapToGrid="0">
      <p:cViewPr varScale="1">
        <p:scale>
          <a:sx n="146" d="100"/>
          <a:sy n="146" d="100"/>
        </p:scale>
        <p:origin x="8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0" d="100"/>
          <a:sy n="140" d="100"/>
        </p:scale>
        <p:origin x="372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5683805713003404E-2"/>
          <c:y val="4.2810619597292328E-2"/>
          <c:w val="0.91883894563885682"/>
          <c:h val="0.861150322496106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Enrollment</c:v>
                </c:pt>
              </c:strCache>
            </c:strRef>
          </c:tx>
          <c:spPr>
            <a:solidFill>
              <a:srgbClr val="70AD47">
                <a:lumMod val="20000"/>
                <a:lumOff val="80000"/>
                <a:alpha val="59808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65EE-7F45-BA27-C1497FE73ED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5EE-7F45-BA27-C1497FE73ED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65EE-7F45-BA27-C1497FE73ED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5EE-7F45-BA27-C1497FE73EDC}"/>
              </c:ext>
            </c:extLst>
          </c:dPt>
          <c:dPt>
            <c:idx val="4"/>
            <c:invertIfNegative val="0"/>
            <c:bubble3D val="0"/>
            <c:spPr>
              <a:pattFill prst="dkDnDiag">
                <a:fgClr>
                  <a:srgbClr val="70AD47">
                    <a:lumMod val="20000"/>
                    <a:lumOff val="80000"/>
                  </a:srgbClr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5EE-7F45-BA27-C1497FE73EDC}"/>
              </c:ext>
            </c:extLst>
          </c:dPt>
          <c:dLbls>
            <c:dLbl>
              <c:idx val="0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-5400000" vert="horz" wrap="square" lIns="38100" tIns="19050" rIns="38100" bIns="19050" anchor="ctr">
                  <a:spAutoFit/>
                </a:bodyPr>
                <a:lstStyle/>
                <a:p>
                  <a:pPr>
                    <a:defRPr sz="1400" baseline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65EE-7F45-BA27-C1497FE73EDC}"/>
                </c:ext>
              </c:extLst>
            </c:dLbl>
            <c:dLbl>
              <c:idx val="1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-5400000" vert="horz" wrap="square" lIns="38100" tIns="19050" rIns="38100" bIns="19050" anchor="ctr">
                  <a:spAutoFit/>
                </a:bodyPr>
                <a:lstStyle/>
                <a:p>
                  <a:pPr>
                    <a:defRPr sz="1600" baseline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65EE-7F45-BA27-C1497FE73EDC}"/>
                </c:ext>
              </c:extLst>
            </c:dLbl>
            <c:dLbl>
              <c:idx val="2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-5400000" vert="horz" wrap="square" lIns="38100" tIns="19050" rIns="38100" bIns="19050" anchor="ctr">
                  <a:spAutoFit/>
                </a:bodyPr>
                <a:lstStyle/>
                <a:p>
                  <a:pPr>
                    <a:defRPr sz="1600" baseline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65EE-7F45-BA27-C1497FE73EDC}"/>
                </c:ext>
              </c:extLst>
            </c:dLbl>
            <c:dLbl>
              <c:idx val="3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-5400000" vert="horz" wrap="square" lIns="38100" tIns="19050" rIns="38100" bIns="19050" anchor="ctr">
                  <a:spAutoFit/>
                </a:bodyPr>
                <a:lstStyle/>
                <a:p>
                  <a:pPr>
                    <a:defRPr sz="1600" baseline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65EE-7F45-BA27-C1497FE73EDC}"/>
                </c:ext>
              </c:extLst>
            </c:dLbl>
            <c:dLbl>
              <c:idx val="4"/>
              <c:layout>
                <c:manualLayout>
                  <c:x val="0"/>
                  <c:y val="0.18685951349748325"/>
                </c:manualLayout>
              </c:layout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-5400000" vert="horz" wrap="square" lIns="38100" tIns="19050" rIns="38100" bIns="19050" anchor="ctr">
                  <a:spAutoFit/>
                </a:bodyPr>
                <a:lstStyle/>
                <a:p>
                  <a:pPr>
                    <a:defRPr sz="1600" baseline="0">
                      <a:solidFill>
                        <a:schemeClr val="tx2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5EE-7F45-BA27-C1497FE73ED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 wrap="square" lIns="38100" tIns="19050" rIns="38100" bIns="19050" anchor="ctr">
                <a:spAutoFit/>
              </a:bodyPr>
              <a:lstStyle/>
              <a:p>
                <a:pPr>
                  <a:defRPr sz="1600" baseline="0">
                    <a:noFill/>
                    <a:effectLst/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2700">
                      <a:solidFill>
                        <a:srgbClr val="FFFFFF"/>
                      </a:solidFill>
                      <a:headEnd type="oval"/>
                      <a:tailEnd type="none"/>
                    </a:ln>
                  </c:spPr>
                </c15:leaderLines>
              </c:ext>
            </c:extLst>
          </c:dLbls>
          <c:cat>
            <c:strRef>
              <c:f>Sheet1!$B$1:$F$1</c:f>
              <c:strCache>
                <c:ptCount val="5"/>
                <c:pt idx="0">
                  <c:v>AY 19</c:v>
                </c:pt>
                <c:pt idx="1">
                  <c:v>AY 20</c:v>
                </c:pt>
                <c:pt idx="2">
                  <c:v>AY 21</c:v>
                </c:pt>
                <c:pt idx="3">
                  <c:v>AY 22</c:v>
                </c:pt>
                <c:pt idx="4">
                  <c:v>AY 23</c:v>
                </c:pt>
              </c:strCache>
            </c:strRef>
          </c:cat>
          <c:val>
            <c:numRef>
              <c:f>Sheet1!$B$2:$F$2</c:f>
              <c:numCache>
                <c:formatCode>#,##0</c:formatCode>
                <c:ptCount val="5"/>
                <c:pt idx="0">
                  <c:v>28755</c:v>
                </c:pt>
                <c:pt idx="1">
                  <c:v>29543</c:v>
                </c:pt>
                <c:pt idx="2">
                  <c:v>28669</c:v>
                </c:pt>
                <c:pt idx="3">
                  <c:v>29696</c:v>
                </c:pt>
                <c:pt idx="4">
                  <c:v>31570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5EE-7F45-BA27-C1497FE73E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4"/>
        <c:axId val="2073367039"/>
        <c:axId val="74289088"/>
      </c:barChart>
      <c:catAx>
        <c:axId val="2073367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74289088"/>
        <c:crosses val="autoZero"/>
        <c:auto val="1"/>
        <c:lblAlgn val="ctr"/>
        <c:lblOffset val="100"/>
        <c:noMultiLvlLbl val="0"/>
      </c:catAx>
      <c:valAx>
        <c:axId val="74289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FFFFFF">
                  <a:lumMod val="65000"/>
                  <a:alpha val="50000"/>
                </a:srgb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t" anchorCtr="1"/>
          <a:lstStyle/>
          <a:p>
            <a:pPr>
              <a:defRPr sz="800" b="0" i="0" u="none" strike="noStrike" kern="1200" baseline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073367039"/>
        <c:crosses val="autoZero"/>
        <c:crossBetween val="between"/>
        <c:majorUnit val="1000"/>
        <c:min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Calories</c:v>
                </c:pt>
              </c:strCache>
            </c:strRef>
          </c:tx>
          <c:spPr>
            <a:solidFill>
              <a:schemeClr val="accent6">
                <a:tint val="54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Chips Plain White Corn Salted</c:v>
                </c:pt>
                <c:pt idx="1">
                  <c:v>Chips Nacho Cheese</c:v>
                </c:pt>
                <c:pt idx="2">
                  <c:v>Chips Ranch-Flavor</c:v>
                </c:pt>
                <c:pt idx="3">
                  <c:v>Trail Mix</c:v>
                </c:pt>
                <c:pt idx="4">
                  <c:v>Almond Joy Candy Bar</c:v>
                </c:pt>
                <c:pt idx="5">
                  <c:v>Twizzlers Cherry Bites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472</c:v>
                </c:pt>
                <c:pt idx="1">
                  <c:v>519</c:v>
                </c:pt>
                <c:pt idx="2">
                  <c:v>501</c:v>
                </c:pt>
                <c:pt idx="3">
                  <c:v>462</c:v>
                </c:pt>
                <c:pt idx="4">
                  <c:v>479</c:v>
                </c:pt>
                <c:pt idx="5">
                  <c:v>338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17-B34B-9765-6B7D026DC7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Fat (g)</c:v>
                </c:pt>
              </c:strCache>
            </c:strRef>
          </c:tx>
          <c:spPr>
            <a:solidFill>
              <a:schemeClr val="accent6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Chips Plain White Corn Salted</c:v>
                </c:pt>
                <c:pt idx="1">
                  <c:v>Chips Nacho Cheese</c:v>
                </c:pt>
                <c:pt idx="2">
                  <c:v>Chips Ranch-Flavor</c:v>
                </c:pt>
                <c:pt idx="3">
                  <c:v>Trail Mix</c:v>
                </c:pt>
                <c:pt idx="4">
                  <c:v>Almond Joy Candy Bar</c:v>
                </c:pt>
                <c:pt idx="5">
                  <c:v>Twizzlers Cherry Bites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20.68</c:v>
                </c:pt>
                <c:pt idx="1">
                  <c:v>27.42</c:v>
                </c:pt>
                <c:pt idx="2">
                  <c:v>24.63</c:v>
                </c:pt>
                <c:pt idx="3">
                  <c:v>29.4</c:v>
                </c:pt>
                <c:pt idx="4">
                  <c:v>26.93</c:v>
                </c:pt>
                <c:pt idx="5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17-B34B-9765-6B7D026DC78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Protein (g)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Chips Plain White Corn Salted</c:v>
                </c:pt>
                <c:pt idx="1">
                  <c:v>Chips Nacho Cheese</c:v>
                </c:pt>
                <c:pt idx="2">
                  <c:v>Chips Ranch-Flavor</c:v>
                </c:pt>
                <c:pt idx="3">
                  <c:v>Trail Mix</c:v>
                </c:pt>
                <c:pt idx="4">
                  <c:v>Almond Joy Candy Bar</c:v>
                </c:pt>
                <c:pt idx="5">
                  <c:v>Twizzlers Cherry Bites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7.1</c:v>
                </c:pt>
                <c:pt idx="1">
                  <c:v>7.36</c:v>
                </c:pt>
                <c:pt idx="2">
                  <c:v>7.19</c:v>
                </c:pt>
                <c:pt idx="3">
                  <c:v>13.8</c:v>
                </c:pt>
                <c:pt idx="4">
                  <c:v>4.13</c:v>
                </c:pt>
                <c:pt idx="5">
                  <c:v>2.97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217-B34B-9765-6B7D026DC78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Carbohydrate (g)</c:v>
                </c:pt>
              </c:strCache>
            </c:strRef>
          </c:tx>
          <c:spPr>
            <a:solidFill>
              <a:schemeClr val="accent6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Chips Plain White Corn Salted</c:v>
                </c:pt>
                <c:pt idx="1">
                  <c:v>Chips Nacho Cheese</c:v>
                </c:pt>
                <c:pt idx="2">
                  <c:v>Chips Ranch-Flavor</c:v>
                </c:pt>
                <c:pt idx="3">
                  <c:v>Trail Mix</c:v>
                </c:pt>
                <c:pt idx="4">
                  <c:v>Almond Joy Candy Bar</c:v>
                </c:pt>
                <c:pt idx="5">
                  <c:v>Twizzlers Cherry Bites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67.78</c:v>
                </c:pt>
                <c:pt idx="1">
                  <c:v>60.81</c:v>
                </c:pt>
                <c:pt idx="2">
                  <c:v>62.74</c:v>
                </c:pt>
                <c:pt idx="3">
                  <c:v>44.9</c:v>
                </c:pt>
                <c:pt idx="4">
                  <c:v>59.51</c:v>
                </c:pt>
                <c:pt idx="5">
                  <c:v>79.38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217-B34B-9765-6B7D026DC78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Sugars (g)</c:v>
                </c:pt>
              </c:strCache>
            </c:strRef>
          </c:tx>
          <c:spPr>
            <a:solidFill>
              <a:schemeClr val="accent6">
                <a:shade val="53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Chips Plain White Corn Salted</c:v>
                </c:pt>
                <c:pt idx="1">
                  <c:v>Chips Nacho Cheese</c:v>
                </c:pt>
                <c:pt idx="2">
                  <c:v>Chips Ranch-Flavor</c:v>
                </c:pt>
                <c:pt idx="3">
                  <c:v>Trail Mix</c:v>
                </c:pt>
                <c:pt idx="4">
                  <c:v>Almond Joy Candy Bar</c:v>
                </c:pt>
                <c:pt idx="5">
                  <c:v>Twizzlers Cherry Bites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0.78</c:v>
                </c:pt>
                <c:pt idx="1">
                  <c:v>2.59</c:v>
                </c:pt>
                <c:pt idx="2">
                  <c:v>3.03</c:v>
                </c:pt>
                <c:pt idx="3">
                  <c:v>0</c:v>
                </c:pt>
                <c:pt idx="4">
                  <c:v>48.34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217-B34B-9765-6B7D026DC7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681819903"/>
        <c:axId val="681821631"/>
      </c:barChart>
      <c:catAx>
        <c:axId val="6818199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1821631"/>
        <c:crosses val="autoZero"/>
        <c:auto val="1"/>
        <c:lblAlgn val="ctr"/>
        <c:lblOffset val="100"/>
        <c:noMultiLvlLbl val="0"/>
      </c:catAx>
      <c:valAx>
        <c:axId val="681821631"/>
        <c:scaling>
          <c:orientation val="minMax"/>
          <c:max val="1000"/>
        </c:scaling>
        <c:delete val="0"/>
        <c:axPos val="b"/>
        <c:majorGridlines>
          <c:spPr>
            <a:ln w="9525" cap="flat" cmpd="sng" algn="ctr">
              <a:solidFill>
                <a:schemeClr val="accent6">
                  <a:lumMod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1819903"/>
        <c:crosses val="autoZero"/>
        <c:crossBetween val="between"/>
        <c:majorUnit val="100"/>
        <c:minorUnit val="1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821290721012816"/>
          <c:y val="0.16049770083851772"/>
          <c:w val="0.17727728886830324"/>
          <c:h val="0.385905329967680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UTD Student</a:t>
            </a:r>
            <a:r>
              <a:rPr lang="en-US" baseline="0" dirty="0"/>
              <a:t> Enrollment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AY 19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0.2068767018800730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5FE-2D48-95EF-1A21A79A5B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Enrollment</c:v>
                </c:pt>
              </c:strCache>
            </c:strRef>
          </c:cat>
          <c:val>
            <c:numRef>
              <c:f>Sheet1!$B$2</c:f>
              <c:numCache>
                <c:formatCode>#,##0</c:formatCode>
                <c:ptCount val="1"/>
                <c:pt idx="0">
                  <c:v>28755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FE-2D48-95EF-1A21A79A5B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AY 20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0.2063905434041245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5FE-2D48-95EF-1A21A79A5B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Enrollment</c:v>
                </c:pt>
              </c:strCache>
            </c:strRef>
          </c:cat>
          <c:val>
            <c:numRef>
              <c:f>Sheet1!$C$2</c:f>
              <c:numCache>
                <c:formatCode>#,##0</c:formatCode>
                <c:ptCount val="1"/>
                <c:pt idx="0">
                  <c:v>29543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FE-2D48-95EF-1A21A79A5B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AY 21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6.8804449139317208E-17"/>
                  <c:y val="0.21100937433291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5FE-2D48-95EF-1A21A79A5B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Enrollment</c:v>
                </c:pt>
              </c:strCache>
            </c:strRef>
          </c:cat>
          <c:val>
            <c:numRef>
              <c:f>Sheet1!$D$2</c:f>
              <c:numCache>
                <c:formatCode>#,##0</c:formatCode>
                <c:ptCount val="1"/>
                <c:pt idx="0">
                  <c:v>28669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FE-2D48-95EF-1A21A79A5BB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AY 22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0.1889360223255426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5FE-2D48-95EF-1A21A79A5B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Enrollment</c:v>
                </c:pt>
              </c:strCache>
            </c:strRef>
          </c:cat>
          <c:val>
            <c:numRef>
              <c:f>Sheet1!$E$2</c:f>
              <c:numCache>
                <c:formatCode>#,##0</c:formatCode>
                <c:ptCount val="1"/>
                <c:pt idx="0">
                  <c:v>29696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FE-2D48-95EF-1A21A79A5BB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AY 23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8765066538414085E-3"/>
                  <c:y val="0.271589471382382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5FE-2D48-95EF-1A21A79A5B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accent6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Enrollment</c:v>
                </c:pt>
              </c:strCache>
            </c:strRef>
          </c:cat>
          <c:val>
            <c:numRef>
              <c:f>Sheet1!$F$2</c:f>
              <c:numCache>
                <c:formatCode>#,##0</c:formatCode>
                <c:ptCount val="1"/>
                <c:pt idx="0">
                  <c:v>31570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FE-2D48-95EF-1A21A79A5B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1693984"/>
        <c:axId val="2051711168"/>
      </c:barChart>
      <c:catAx>
        <c:axId val="2051693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2051711168"/>
        <c:crosses val="autoZero"/>
        <c:auto val="1"/>
        <c:lblAlgn val="ctr"/>
        <c:lblOffset val="100"/>
        <c:noMultiLvlLbl val="0"/>
      </c:catAx>
      <c:valAx>
        <c:axId val="2051711168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accent6">
                  <a:lumMod val="50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2051693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03244" y="348406"/>
            <a:ext cx="4249901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09327" y="342106"/>
            <a:ext cx="1445427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FA988E1-F76F-4254-AFF3-AF6FEC19098E}" type="datetimeFigureOut">
              <a:rPr lang="en-US" smtClean="0"/>
              <a:pPr/>
              <a:t>9/18/26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03244" y="8468371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582958" y="8468371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75BDCC-FFCB-43D8-975C-CDC4357AB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5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14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342900" algn="l" defTabSz="685800" rtl="0" eaLnBrk="1" latinLnBrk="0" hangingPunct="1">
      <a:defRPr sz="14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685800" algn="l" defTabSz="685800" rtl="0" eaLnBrk="1" latinLnBrk="0" hangingPunct="1">
      <a:defRPr sz="14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028700" algn="l" defTabSz="685800" rtl="0" eaLnBrk="1" latinLnBrk="0" hangingPunct="1">
      <a:defRPr sz="14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371600" algn="l" defTabSz="685800" rtl="0" eaLnBrk="1" latinLnBrk="0" hangingPunct="1">
      <a:defRPr sz="14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75BDCC-FFCB-43D8-975C-CDC4357AB65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258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53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3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59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621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75BDCC-FFCB-43D8-975C-CDC4357AB659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626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 userDrawn="1"/>
        </p:nvSpPr>
        <p:spPr>
          <a:xfrm>
            <a:off x="-952500" y="2219326"/>
            <a:ext cx="65" cy="2264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endParaRPr lang="en-US" sz="1351">
              <a:solidFill>
                <a:schemeClr val="tx2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23145" y="1838518"/>
            <a:ext cx="4587803" cy="2209673"/>
          </a:xfrm>
          <a:effectLst/>
        </p:spPr>
        <p:txBody>
          <a:bodyPr wrap="square"/>
          <a:lstStyle>
            <a:lvl1pPr marL="0" algn="r" defTabSz="685775" rtl="0" eaLnBrk="1" latinLnBrk="0" hangingPunct="1">
              <a:lnSpc>
                <a:spcPct val="70000"/>
              </a:lnSpc>
              <a:buNone/>
              <a:defRPr lang="en-US" sz="4800" b="1" i="0" kern="12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37" name="Text Placeholder 31"/>
          <p:cNvSpPr>
            <a:spLocks noGrp="1"/>
          </p:cNvSpPr>
          <p:nvPr>
            <p:ph type="body" sz="quarter" idx="10" hasCustomPrompt="1"/>
          </p:nvPr>
        </p:nvSpPr>
        <p:spPr>
          <a:xfrm>
            <a:off x="2579385" y="2896715"/>
            <a:ext cx="2531563" cy="1768699"/>
          </a:xfrm>
        </p:spPr>
        <p:txBody>
          <a:bodyPr/>
          <a:lstStyle>
            <a:lvl1pPr marL="0" indent="0" algn="r">
              <a:spcBef>
                <a:spcPts val="0"/>
              </a:spcBef>
              <a:spcAft>
                <a:spcPts val="0"/>
              </a:spcAft>
              <a:defRPr lang="en-US" sz="1300" b="1" i="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25">
                <a:solidFill>
                  <a:schemeClr val="bg1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25">
                <a:solidFill>
                  <a:schemeClr val="bg1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25">
                <a:solidFill>
                  <a:schemeClr val="bg1"/>
                </a:solidFill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2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Speaker</a:t>
            </a:r>
          </a:p>
          <a:p>
            <a:pPr lvl="0"/>
            <a:r>
              <a:rPr lang="en-US" dirty="0"/>
              <a:t>Date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4D227C2-A256-275F-A199-14FA316B1E29}"/>
              </a:ext>
            </a:extLst>
          </p:cNvPr>
          <p:cNvGrpSpPr/>
          <p:nvPr userDrawn="1"/>
        </p:nvGrpSpPr>
        <p:grpSpPr>
          <a:xfrm>
            <a:off x="5680698" y="1328155"/>
            <a:ext cx="35297" cy="2881159"/>
            <a:chOff x="5680694" y="1328152"/>
            <a:chExt cx="35297" cy="2881159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D18B535-0F68-7E6C-A9A1-9AB74FD9E2B1}"/>
                </a:ext>
              </a:extLst>
            </p:cNvPr>
            <p:cNvCxnSpPr/>
            <p:nvPr userDrawn="1"/>
          </p:nvCxnSpPr>
          <p:spPr>
            <a:xfrm>
              <a:off x="5680694" y="1328152"/>
              <a:ext cx="0" cy="2881159"/>
            </a:xfrm>
            <a:prstGeom prst="line">
              <a:avLst/>
            </a:prstGeom>
            <a:ln w="9525" cap="rnd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8E41D55-9F17-BDC0-5347-054EB6508A26}"/>
                </a:ext>
              </a:extLst>
            </p:cNvPr>
            <p:cNvCxnSpPr/>
            <p:nvPr userDrawn="1"/>
          </p:nvCxnSpPr>
          <p:spPr>
            <a:xfrm>
              <a:off x="5715991" y="1328152"/>
              <a:ext cx="0" cy="2881159"/>
            </a:xfrm>
            <a:prstGeom prst="line">
              <a:avLst/>
            </a:prstGeom>
            <a:ln w="9525" cap="rnd">
              <a:solidFill>
                <a:srgbClr val="E875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2C2D5E9-3C9F-8ACD-221E-C9407005B0D9}"/>
              </a:ext>
            </a:extLst>
          </p:cNvPr>
          <p:cNvGrpSpPr/>
          <p:nvPr userDrawn="1"/>
        </p:nvGrpSpPr>
        <p:grpSpPr>
          <a:xfrm>
            <a:off x="6054242" y="1836379"/>
            <a:ext cx="1895031" cy="1864711"/>
            <a:chOff x="6207749" y="1766431"/>
            <a:chExt cx="1895031" cy="186471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A4D500C-5CAB-3BA8-E3FF-B80391644742}"/>
                </a:ext>
              </a:extLst>
            </p:cNvPr>
            <p:cNvSpPr/>
            <p:nvPr userDrawn="1"/>
          </p:nvSpPr>
          <p:spPr>
            <a:xfrm>
              <a:off x="6344318" y="1887840"/>
              <a:ext cx="1621892" cy="16218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28600" tIns="228600" rIns="228600" bIns="228600" rtlCol="0" anchor="ctr">
              <a:noAutofit/>
            </a:bodyPr>
            <a:lstStyle/>
            <a:p>
              <a:pPr algn="ctr"/>
              <a:endParaRPr lang="en-US" sz="1400" dirty="0">
                <a:solidFill>
                  <a:schemeClr val="bg1"/>
                </a:solidFill>
                <a:latin typeface="Franklin Gothic Demi Cond" panose="020B0706030402020204" pitchFamily="34" charset="0"/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E3AD600-3DC8-D703-25DD-E5D2F51511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207749" y="1766431"/>
              <a:ext cx="1895031" cy="18647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185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AAACE0-2A51-8B87-8B7F-56682B3FDC21}"/>
              </a:ext>
            </a:extLst>
          </p:cNvPr>
          <p:cNvSpPr txBox="1"/>
          <p:nvPr userDrawn="1"/>
        </p:nvSpPr>
        <p:spPr>
          <a:xfrm>
            <a:off x="8674580" y="4941893"/>
            <a:ext cx="293077" cy="9233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12EB7FDA-3CFA-48E9-9A35-E50E94D3505F}" type="slidenum">
              <a:rPr lang="en-US" sz="600" smtClean="0">
                <a:solidFill>
                  <a:srgbClr val="000000"/>
                </a:solidFill>
                <a:latin typeface="+mn-lt"/>
              </a:rPr>
              <a:pPr algn="r"/>
              <a:t>‹#›</a:t>
            </a:fld>
            <a:endParaRPr lang="en-US" sz="6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574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ADF050F-4B96-8F47-9ED5-126B6BB4A7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4900089"/>
            <a:ext cx="5029200" cy="134139"/>
          </a:xfrm>
        </p:spPr>
        <p:txBody>
          <a:bodyPr wrap="square" anchor="b">
            <a:spAutoFit/>
          </a:bodyPr>
          <a:lstStyle>
            <a:lvl1pPr>
              <a:defRPr sz="800" b="0" i="0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559F6DB-F72B-CD48-A567-A92CD37A8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92314"/>
            <a:ext cx="7772400" cy="68580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ACC2408-BEEC-F148-B9BC-F196717E8C05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85800" y="362034"/>
            <a:ext cx="7772400" cy="338961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87" indent="0">
              <a:buNone/>
              <a:defRPr sz="1500" b="1"/>
            </a:lvl2pPr>
            <a:lvl3pPr marL="685775" indent="0">
              <a:buNone/>
              <a:defRPr sz="1351" b="1"/>
            </a:lvl3pPr>
            <a:lvl4pPr marL="1028662" indent="0">
              <a:buNone/>
              <a:defRPr sz="1200" b="1"/>
            </a:lvl4pPr>
            <a:lvl5pPr marL="1371548" indent="0">
              <a:buNone/>
              <a:defRPr sz="1200" b="1"/>
            </a:lvl5pPr>
            <a:lvl6pPr marL="1714436" indent="0">
              <a:buNone/>
              <a:defRPr sz="1200" b="1"/>
            </a:lvl6pPr>
            <a:lvl7pPr marL="2057323" indent="0">
              <a:buNone/>
              <a:defRPr sz="1200" b="1"/>
            </a:lvl7pPr>
            <a:lvl8pPr marL="2400211" indent="0">
              <a:buNone/>
              <a:defRPr sz="1200" b="1"/>
            </a:lvl8pPr>
            <a:lvl9pPr marL="2743098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0E6F19-B158-8F4A-A1E8-F43562F62F56}"/>
              </a:ext>
            </a:extLst>
          </p:cNvPr>
          <p:cNvCxnSpPr>
            <a:cxnSpLocks/>
          </p:cNvCxnSpPr>
          <p:nvPr userDrawn="1"/>
        </p:nvCxnSpPr>
        <p:spPr>
          <a:xfrm>
            <a:off x="1649398" y="598991"/>
            <a:ext cx="5845215" cy="0"/>
          </a:xfrm>
          <a:prstGeom prst="line">
            <a:avLst/>
          </a:prstGeom>
          <a:ln w="9525">
            <a:solidFill>
              <a:srgbClr val="E87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4B2559E-3726-5BF1-A3AA-DB7C3533025E}"/>
              </a:ext>
            </a:extLst>
          </p:cNvPr>
          <p:cNvSpPr txBox="1"/>
          <p:nvPr userDrawn="1"/>
        </p:nvSpPr>
        <p:spPr>
          <a:xfrm>
            <a:off x="8674580" y="4941893"/>
            <a:ext cx="293077" cy="9233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12EB7FDA-3CFA-48E9-9A35-E50E94D3505F}" type="slidenum">
              <a:rPr lang="en-US" sz="600" smtClean="0">
                <a:solidFill>
                  <a:srgbClr val="000000"/>
                </a:solidFill>
                <a:latin typeface="+mn-lt"/>
              </a:rPr>
              <a:pPr algn="r"/>
              <a:t>‹#›</a:t>
            </a:fld>
            <a:endParaRPr lang="en-US" sz="6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967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A1FD6F9-D212-2E42-B64E-F33E6A95F59D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0" y="0"/>
            <a:ext cx="9144000" cy="5143500"/>
          </a:xfr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755" y="1428754"/>
            <a:ext cx="7781756" cy="1668947"/>
          </a:xfrm>
        </p:spPr>
        <p:txBody>
          <a:bodyPr anchor="ctr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74708" y="3465668"/>
            <a:ext cx="7783445" cy="1061829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spcAft>
                <a:spcPts val="151"/>
              </a:spcAft>
              <a:buFont typeface="Arial" panose="020B0604020202020204" pitchFamily="34" charset="0"/>
              <a:buChar char="​"/>
              <a:defRPr sz="11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spcAft>
                <a:spcPts val="151"/>
              </a:spcAft>
              <a:buFont typeface="Arial" panose="020B0604020202020204" pitchFamily="34" charset="0"/>
              <a:buChar char="​"/>
              <a:defRPr sz="11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spcAft>
                <a:spcPts val="151"/>
              </a:spcAft>
              <a:buFont typeface="Arial" panose="020B0604020202020204" pitchFamily="34" charset="0"/>
              <a:buChar char="​"/>
              <a:defRPr sz="11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spcAft>
                <a:spcPts val="151"/>
              </a:spcAft>
              <a:buFont typeface="Arial" panose="020B0604020202020204" pitchFamily="34" charset="0"/>
              <a:buChar char="​"/>
              <a:defRPr sz="11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678040" y="1299715"/>
            <a:ext cx="7780165" cy="2004413"/>
            <a:chOff x="914400" y="1732950"/>
            <a:chExt cx="7316788" cy="267255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914400" y="1732950"/>
              <a:ext cx="73152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 6"/>
            <p:cNvSpPr>
              <a:spLocks/>
            </p:cNvSpPr>
            <p:nvPr userDrawn="1"/>
          </p:nvSpPr>
          <p:spPr bwMode="auto">
            <a:xfrm>
              <a:off x="915988" y="4302313"/>
              <a:ext cx="7315200" cy="103187"/>
            </a:xfrm>
            <a:custGeom>
              <a:avLst/>
              <a:gdLst>
                <a:gd name="T0" fmla="*/ 0 w 4608"/>
                <a:gd name="T1" fmla="*/ 0 h 65"/>
                <a:gd name="T2" fmla="*/ 224 w 4608"/>
                <a:gd name="T3" fmla="*/ 0 h 65"/>
                <a:gd name="T4" fmla="*/ 286 w 4608"/>
                <a:gd name="T5" fmla="*/ 65 h 65"/>
                <a:gd name="T6" fmla="*/ 349 w 4608"/>
                <a:gd name="T7" fmla="*/ 0 h 65"/>
                <a:gd name="T8" fmla="*/ 4608 w 4608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08" h="65">
                  <a:moveTo>
                    <a:pt x="0" y="0"/>
                  </a:moveTo>
                  <a:lnTo>
                    <a:pt x="224" y="0"/>
                  </a:lnTo>
                  <a:lnTo>
                    <a:pt x="286" y="65"/>
                  </a:lnTo>
                  <a:lnTo>
                    <a:pt x="349" y="0"/>
                  </a:lnTo>
                  <a:lnTo>
                    <a:pt x="4608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</p:spTree>
    <p:extLst>
      <p:ext uri="{BB962C8B-B14F-4D97-AF65-F5344CB8AC3E}">
        <p14:creationId xmlns:p14="http://schemas.microsoft.com/office/powerpoint/2010/main" val="3148910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or 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618133" y="1942379"/>
            <a:ext cx="2725271" cy="6857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275"/>
              </a:lnSpc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87" indent="0">
              <a:buNone/>
              <a:defRPr sz="900"/>
            </a:lvl2pPr>
            <a:lvl3pPr marL="685775" indent="0">
              <a:buNone/>
              <a:defRPr sz="751"/>
            </a:lvl3pPr>
            <a:lvl4pPr marL="1028662" indent="0">
              <a:buNone/>
              <a:defRPr sz="675"/>
            </a:lvl4pPr>
            <a:lvl5pPr marL="1371548" indent="0">
              <a:buNone/>
              <a:defRPr sz="675"/>
            </a:lvl5pPr>
            <a:lvl6pPr marL="1714436" indent="0">
              <a:buNone/>
              <a:defRPr sz="675"/>
            </a:lvl6pPr>
            <a:lvl7pPr marL="2057323" indent="0">
              <a:buNone/>
              <a:defRPr sz="675"/>
            </a:lvl7pPr>
            <a:lvl8pPr marL="2400211" indent="0">
              <a:buNone/>
              <a:defRPr sz="675"/>
            </a:lvl8pPr>
            <a:lvl9pPr marL="2743098" indent="0">
              <a:buNone/>
              <a:defRPr sz="675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1" y="1924795"/>
            <a:ext cx="932331" cy="70337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94" name="Text Placeholder 3"/>
          <p:cNvSpPr>
            <a:spLocks noGrp="1"/>
          </p:cNvSpPr>
          <p:nvPr>
            <p:ph type="body" sz="half" idx="29" hasCustomPrompt="1"/>
          </p:nvPr>
        </p:nvSpPr>
        <p:spPr>
          <a:xfrm>
            <a:off x="1618133" y="2628183"/>
            <a:ext cx="2725271" cy="6857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275"/>
              </a:lnSpc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87" indent="0">
              <a:buNone/>
              <a:defRPr sz="900"/>
            </a:lvl2pPr>
            <a:lvl3pPr marL="685775" indent="0">
              <a:buNone/>
              <a:defRPr sz="751"/>
            </a:lvl3pPr>
            <a:lvl4pPr marL="1028662" indent="0">
              <a:buNone/>
              <a:defRPr sz="675"/>
            </a:lvl4pPr>
            <a:lvl5pPr marL="1371548" indent="0">
              <a:buNone/>
              <a:defRPr sz="675"/>
            </a:lvl5pPr>
            <a:lvl6pPr marL="1714436" indent="0">
              <a:buNone/>
              <a:defRPr sz="675"/>
            </a:lvl6pPr>
            <a:lvl7pPr marL="2057323" indent="0">
              <a:buNone/>
              <a:defRPr sz="675"/>
            </a:lvl7pPr>
            <a:lvl8pPr marL="2400211" indent="0">
              <a:buNone/>
              <a:defRPr sz="675"/>
            </a:lvl8pPr>
            <a:lvl9pPr marL="2743098" indent="0">
              <a:buNone/>
              <a:defRPr sz="675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5" name="Text Placeholder 29"/>
          <p:cNvSpPr>
            <a:spLocks noGrp="1"/>
          </p:cNvSpPr>
          <p:nvPr>
            <p:ph type="body" sz="quarter" idx="30" hasCustomPrompt="1"/>
          </p:nvPr>
        </p:nvSpPr>
        <p:spPr>
          <a:xfrm>
            <a:off x="685801" y="2610599"/>
            <a:ext cx="932331" cy="70337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96" name="Text Placeholder 3"/>
          <p:cNvSpPr>
            <a:spLocks noGrp="1"/>
          </p:cNvSpPr>
          <p:nvPr>
            <p:ph type="body" sz="half" idx="31" hasCustomPrompt="1"/>
          </p:nvPr>
        </p:nvSpPr>
        <p:spPr>
          <a:xfrm>
            <a:off x="1618133" y="3313987"/>
            <a:ext cx="2725271" cy="6857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275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87" indent="0">
              <a:buNone/>
              <a:defRPr sz="900"/>
            </a:lvl2pPr>
            <a:lvl3pPr marL="685775" indent="0">
              <a:buNone/>
              <a:defRPr sz="751"/>
            </a:lvl3pPr>
            <a:lvl4pPr marL="1028662" indent="0">
              <a:buNone/>
              <a:defRPr sz="675"/>
            </a:lvl4pPr>
            <a:lvl5pPr marL="1371548" indent="0">
              <a:buNone/>
              <a:defRPr sz="675"/>
            </a:lvl5pPr>
            <a:lvl6pPr marL="1714436" indent="0">
              <a:buNone/>
              <a:defRPr sz="675"/>
            </a:lvl6pPr>
            <a:lvl7pPr marL="2057323" indent="0">
              <a:buNone/>
              <a:defRPr sz="675"/>
            </a:lvl7pPr>
            <a:lvl8pPr marL="2400211" indent="0">
              <a:buNone/>
              <a:defRPr sz="675"/>
            </a:lvl8pPr>
            <a:lvl9pPr marL="2743098" indent="0">
              <a:buNone/>
              <a:defRPr sz="675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7" name="Text Placeholder 29"/>
          <p:cNvSpPr>
            <a:spLocks noGrp="1"/>
          </p:cNvSpPr>
          <p:nvPr>
            <p:ph type="body" sz="quarter" idx="32" hasCustomPrompt="1"/>
          </p:nvPr>
        </p:nvSpPr>
        <p:spPr>
          <a:xfrm>
            <a:off x="685801" y="3296401"/>
            <a:ext cx="932331" cy="70337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98" name="Text Placeholder 3"/>
          <p:cNvSpPr>
            <a:spLocks noGrp="1"/>
          </p:cNvSpPr>
          <p:nvPr>
            <p:ph type="body" sz="half" idx="33" hasCustomPrompt="1"/>
          </p:nvPr>
        </p:nvSpPr>
        <p:spPr>
          <a:xfrm>
            <a:off x="5732933" y="1942379"/>
            <a:ext cx="2725271" cy="6857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275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87" indent="0">
              <a:buNone/>
              <a:defRPr sz="900"/>
            </a:lvl2pPr>
            <a:lvl3pPr marL="685775" indent="0">
              <a:buNone/>
              <a:defRPr sz="751"/>
            </a:lvl3pPr>
            <a:lvl4pPr marL="1028662" indent="0">
              <a:buNone/>
              <a:defRPr sz="675"/>
            </a:lvl4pPr>
            <a:lvl5pPr marL="1371548" indent="0">
              <a:buNone/>
              <a:defRPr sz="675"/>
            </a:lvl5pPr>
            <a:lvl6pPr marL="1714436" indent="0">
              <a:buNone/>
              <a:defRPr sz="675"/>
            </a:lvl6pPr>
            <a:lvl7pPr marL="2057323" indent="0">
              <a:buNone/>
              <a:defRPr sz="675"/>
            </a:lvl7pPr>
            <a:lvl8pPr marL="2400211" indent="0">
              <a:buNone/>
              <a:defRPr sz="675"/>
            </a:lvl8pPr>
            <a:lvl9pPr marL="2743098" indent="0">
              <a:buNone/>
              <a:defRPr sz="675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9" name="Text Placeholder 29"/>
          <p:cNvSpPr>
            <a:spLocks noGrp="1"/>
          </p:cNvSpPr>
          <p:nvPr>
            <p:ph type="body" sz="quarter" idx="34" hasCustomPrompt="1"/>
          </p:nvPr>
        </p:nvSpPr>
        <p:spPr>
          <a:xfrm>
            <a:off x="4800601" y="1924795"/>
            <a:ext cx="932331" cy="70337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00" name="Text Placeholder 3"/>
          <p:cNvSpPr>
            <a:spLocks noGrp="1"/>
          </p:cNvSpPr>
          <p:nvPr>
            <p:ph type="body" sz="half" idx="35" hasCustomPrompt="1"/>
          </p:nvPr>
        </p:nvSpPr>
        <p:spPr>
          <a:xfrm>
            <a:off x="5732933" y="2628183"/>
            <a:ext cx="2725271" cy="6857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275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87" indent="0">
              <a:buNone/>
              <a:defRPr sz="900"/>
            </a:lvl2pPr>
            <a:lvl3pPr marL="685775" indent="0">
              <a:buNone/>
              <a:defRPr sz="751"/>
            </a:lvl3pPr>
            <a:lvl4pPr marL="1028662" indent="0">
              <a:buNone/>
              <a:defRPr sz="675"/>
            </a:lvl4pPr>
            <a:lvl5pPr marL="1371548" indent="0">
              <a:buNone/>
              <a:defRPr sz="675"/>
            </a:lvl5pPr>
            <a:lvl6pPr marL="1714436" indent="0">
              <a:buNone/>
              <a:defRPr sz="675"/>
            </a:lvl6pPr>
            <a:lvl7pPr marL="2057323" indent="0">
              <a:buNone/>
              <a:defRPr sz="675"/>
            </a:lvl7pPr>
            <a:lvl8pPr marL="2400211" indent="0">
              <a:buNone/>
              <a:defRPr sz="675"/>
            </a:lvl8pPr>
            <a:lvl9pPr marL="2743098" indent="0">
              <a:buNone/>
              <a:defRPr sz="675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101" name="Text Placeholder 29"/>
          <p:cNvSpPr>
            <a:spLocks noGrp="1"/>
          </p:cNvSpPr>
          <p:nvPr>
            <p:ph type="body" sz="quarter" idx="36" hasCustomPrompt="1"/>
          </p:nvPr>
        </p:nvSpPr>
        <p:spPr>
          <a:xfrm>
            <a:off x="4800601" y="2610599"/>
            <a:ext cx="932331" cy="70337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02" name="Text Placeholder 3"/>
          <p:cNvSpPr>
            <a:spLocks noGrp="1"/>
          </p:cNvSpPr>
          <p:nvPr>
            <p:ph type="body" sz="half" idx="37" hasCustomPrompt="1"/>
          </p:nvPr>
        </p:nvSpPr>
        <p:spPr>
          <a:xfrm>
            <a:off x="5732933" y="3313987"/>
            <a:ext cx="2725271" cy="6857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275"/>
              </a:lnSpc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887" indent="0">
              <a:buNone/>
              <a:defRPr sz="900"/>
            </a:lvl2pPr>
            <a:lvl3pPr marL="685775" indent="0">
              <a:buNone/>
              <a:defRPr sz="751"/>
            </a:lvl3pPr>
            <a:lvl4pPr marL="1028662" indent="0">
              <a:buNone/>
              <a:defRPr sz="675"/>
            </a:lvl4pPr>
            <a:lvl5pPr marL="1371548" indent="0">
              <a:buNone/>
              <a:defRPr sz="675"/>
            </a:lvl5pPr>
            <a:lvl6pPr marL="1714436" indent="0">
              <a:buNone/>
              <a:defRPr sz="675"/>
            </a:lvl6pPr>
            <a:lvl7pPr marL="2057323" indent="0">
              <a:buNone/>
              <a:defRPr sz="675"/>
            </a:lvl7pPr>
            <a:lvl8pPr marL="2400211" indent="0">
              <a:buNone/>
              <a:defRPr sz="675"/>
            </a:lvl8pPr>
            <a:lvl9pPr marL="2743098" indent="0">
              <a:buNone/>
              <a:defRPr sz="675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103" name="Text Placeholder 29"/>
          <p:cNvSpPr>
            <a:spLocks noGrp="1"/>
          </p:cNvSpPr>
          <p:nvPr>
            <p:ph type="body" sz="quarter" idx="38" hasCustomPrompt="1"/>
          </p:nvPr>
        </p:nvSpPr>
        <p:spPr>
          <a:xfrm>
            <a:off x="4800601" y="3296401"/>
            <a:ext cx="932331" cy="70337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23B5B04-5E17-D640-81C3-D4B82468A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92314"/>
            <a:ext cx="7772400" cy="6858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3D31BE0-CD3A-E04E-A7FB-DB5B5BA20F18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85800" y="362034"/>
            <a:ext cx="7772400" cy="338961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87" indent="0">
              <a:buNone/>
              <a:defRPr sz="1500" b="1"/>
            </a:lvl2pPr>
            <a:lvl3pPr marL="685775" indent="0">
              <a:buNone/>
              <a:defRPr sz="1351" b="1"/>
            </a:lvl3pPr>
            <a:lvl4pPr marL="1028662" indent="0">
              <a:buNone/>
              <a:defRPr sz="1200" b="1"/>
            </a:lvl4pPr>
            <a:lvl5pPr marL="1371548" indent="0">
              <a:buNone/>
              <a:defRPr sz="1200" b="1"/>
            </a:lvl5pPr>
            <a:lvl6pPr marL="1714436" indent="0">
              <a:buNone/>
              <a:defRPr sz="1200" b="1"/>
            </a:lvl6pPr>
            <a:lvl7pPr marL="2057323" indent="0">
              <a:buNone/>
              <a:defRPr sz="1200" b="1"/>
            </a:lvl7pPr>
            <a:lvl8pPr marL="2400211" indent="0">
              <a:buNone/>
              <a:defRPr sz="1200" b="1"/>
            </a:lvl8pPr>
            <a:lvl9pPr marL="2743098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90E21A4-2E8D-074F-9AC0-6CC72988CEFE}"/>
              </a:ext>
            </a:extLst>
          </p:cNvPr>
          <p:cNvCxnSpPr>
            <a:cxnSpLocks/>
          </p:cNvCxnSpPr>
          <p:nvPr userDrawn="1"/>
        </p:nvCxnSpPr>
        <p:spPr>
          <a:xfrm>
            <a:off x="1649398" y="598991"/>
            <a:ext cx="5845215" cy="0"/>
          </a:xfrm>
          <a:prstGeom prst="line">
            <a:avLst/>
          </a:prstGeom>
          <a:ln w="9525">
            <a:solidFill>
              <a:srgbClr val="E87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51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/>
          <p:cNvSpPr>
            <a:spLocks noGrp="1"/>
          </p:cNvSpPr>
          <p:nvPr>
            <p:ph sz="quarter" idx="15"/>
          </p:nvPr>
        </p:nvSpPr>
        <p:spPr>
          <a:xfrm>
            <a:off x="685800" y="1543051"/>
            <a:ext cx="3657600" cy="2743202"/>
          </a:xfrm>
        </p:spPr>
        <p:txBody>
          <a:bodyPr/>
          <a:lstStyle>
            <a:lvl4pPr marL="137155" indent="-137155">
              <a:defRPr/>
            </a:lvl4pPr>
            <a:lvl5pPr marL="137155" indent="-137155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Content Placeholder 13"/>
          <p:cNvSpPr>
            <a:spLocks noGrp="1"/>
          </p:cNvSpPr>
          <p:nvPr>
            <p:ph sz="quarter" idx="16"/>
          </p:nvPr>
        </p:nvSpPr>
        <p:spPr>
          <a:xfrm>
            <a:off x="4800600" y="1543051"/>
            <a:ext cx="3657600" cy="274320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9" name="TextBox 38"/>
          <p:cNvSpPr txBox="1"/>
          <p:nvPr userDrawn="1"/>
        </p:nvSpPr>
        <p:spPr>
          <a:xfrm>
            <a:off x="8674580" y="4941893"/>
            <a:ext cx="293077" cy="9233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12EB7FDA-3CFA-48E9-9A35-E50E94D3505F}" type="slidenum">
              <a:rPr lang="en-US" sz="600" smtClean="0">
                <a:solidFill>
                  <a:srgbClr val="000000"/>
                </a:solidFill>
                <a:latin typeface="+mn-lt"/>
              </a:rPr>
              <a:pPr algn="r"/>
              <a:t>‹#›</a:t>
            </a:fld>
            <a:endParaRPr lang="en-US" sz="6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4900086"/>
            <a:ext cx="5029200" cy="134139"/>
          </a:xfrm>
        </p:spPr>
        <p:txBody>
          <a:bodyPr wrap="square" anchor="b">
            <a:spAutoFit/>
          </a:bodyPr>
          <a:lstStyle>
            <a:lvl1pPr>
              <a:defRPr sz="800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7544534-439F-AC4D-8175-3A0054377E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92314"/>
            <a:ext cx="7772400" cy="6858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09DF341-20B3-E346-8FF0-76CE642F753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85800" y="362034"/>
            <a:ext cx="7772400" cy="338961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87" indent="0">
              <a:buNone/>
              <a:defRPr sz="1500" b="1"/>
            </a:lvl2pPr>
            <a:lvl3pPr marL="685775" indent="0">
              <a:buNone/>
              <a:defRPr sz="1351" b="1"/>
            </a:lvl3pPr>
            <a:lvl4pPr marL="1028662" indent="0">
              <a:buNone/>
              <a:defRPr sz="1200" b="1"/>
            </a:lvl4pPr>
            <a:lvl5pPr marL="1371548" indent="0">
              <a:buNone/>
              <a:defRPr sz="1200" b="1"/>
            </a:lvl5pPr>
            <a:lvl6pPr marL="1714436" indent="0">
              <a:buNone/>
              <a:defRPr sz="1200" b="1"/>
            </a:lvl6pPr>
            <a:lvl7pPr marL="2057323" indent="0">
              <a:buNone/>
              <a:defRPr sz="1200" b="1"/>
            </a:lvl7pPr>
            <a:lvl8pPr marL="2400211" indent="0">
              <a:buNone/>
              <a:defRPr sz="1200" b="1"/>
            </a:lvl8pPr>
            <a:lvl9pPr marL="2743098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4430E6-55F7-9645-B1AD-7A36482991AF}"/>
              </a:ext>
            </a:extLst>
          </p:cNvPr>
          <p:cNvCxnSpPr>
            <a:cxnSpLocks/>
          </p:cNvCxnSpPr>
          <p:nvPr userDrawn="1"/>
        </p:nvCxnSpPr>
        <p:spPr>
          <a:xfrm>
            <a:off x="1649398" y="598991"/>
            <a:ext cx="5845215" cy="0"/>
          </a:xfrm>
          <a:prstGeom prst="line">
            <a:avLst/>
          </a:prstGeom>
          <a:ln w="9525">
            <a:solidFill>
              <a:srgbClr val="E87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533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thirds - one-third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92314"/>
            <a:ext cx="7772400" cy="6858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685800" y="1562585"/>
            <a:ext cx="5029200" cy="27149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6172200" y="1562585"/>
            <a:ext cx="2286000" cy="27149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85800" y="362034"/>
            <a:ext cx="7772400" cy="338961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87" indent="0">
              <a:buNone/>
              <a:defRPr sz="1500" b="1"/>
            </a:lvl2pPr>
            <a:lvl3pPr marL="685775" indent="0">
              <a:buNone/>
              <a:defRPr sz="1351" b="1"/>
            </a:lvl3pPr>
            <a:lvl4pPr marL="1028662" indent="0">
              <a:buNone/>
              <a:defRPr sz="1200" b="1"/>
            </a:lvl4pPr>
            <a:lvl5pPr marL="1371548" indent="0">
              <a:buNone/>
              <a:defRPr sz="1200" b="1"/>
            </a:lvl5pPr>
            <a:lvl6pPr marL="1714436" indent="0">
              <a:buNone/>
              <a:defRPr sz="1200" b="1"/>
            </a:lvl6pPr>
            <a:lvl7pPr marL="2057323" indent="0">
              <a:buNone/>
              <a:defRPr sz="1200" b="1"/>
            </a:lvl7pPr>
            <a:lvl8pPr marL="2400211" indent="0">
              <a:buNone/>
              <a:defRPr sz="1200" b="1"/>
            </a:lvl8pPr>
            <a:lvl9pPr marL="2743098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2AC143F5-5835-FF41-B347-AE8DD6C23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4900086"/>
            <a:ext cx="5029200" cy="134139"/>
          </a:xfrm>
        </p:spPr>
        <p:txBody>
          <a:bodyPr wrap="square" anchor="b">
            <a:spAutoFit/>
          </a:bodyPr>
          <a:lstStyle>
            <a:lvl1pPr>
              <a:defRPr sz="800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578496-797C-6A44-9F2A-6548E9769A5E}"/>
              </a:ext>
            </a:extLst>
          </p:cNvPr>
          <p:cNvCxnSpPr>
            <a:cxnSpLocks/>
          </p:cNvCxnSpPr>
          <p:nvPr userDrawn="1"/>
        </p:nvCxnSpPr>
        <p:spPr>
          <a:xfrm>
            <a:off x="1649398" y="598991"/>
            <a:ext cx="5845215" cy="0"/>
          </a:xfrm>
          <a:prstGeom prst="line">
            <a:avLst/>
          </a:prstGeom>
          <a:ln w="9525">
            <a:solidFill>
              <a:srgbClr val="E87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714F511-E876-1FDE-0AB4-74CFB5B7D477}"/>
              </a:ext>
            </a:extLst>
          </p:cNvPr>
          <p:cNvSpPr txBox="1"/>
          <p:nvPr userDrawn="1"/>
        </p:nvSpPr>
        <p:spPr>
          <a:xfrm>
            <a:off x="8674580" y="4941893"/>
            <a:ext cx="293077" cy="9233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12EB7FDA-3CFA-48E9-9A35-E50E94D3505F}" type="slidenum">
              <a:rPr lang="en-US" sz="600" smtClean="0">
                <a:solidFill>
                  <a:srgbClr val="000000"/>
                </a:solidFill>
                <a:latin typeface="+mn-lt"/>
              </a:rPr>
              <a:pPr algn="r"/>
              <a:t>‹#›</a:t>
            </a:fld>
            <a:endParaRPr lang="en-US" sz="6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6096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third - two-thirds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685800" y="1543050"/>
            <a:ext cx="22860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3429000" y="1543050"/>
            <a:ext cx="5029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B87FA64-9DF7-8D4F-AF09-1AB2C5A5FA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4900086"/>
            <a:ext cx="5029200" cy="134139"/>
          </a:xfrm>
        </p:spPr>
        <p:txBody>
          <a:bodyPr wrap="square" anchor="b">
            <a:spAutoFit/>
          </a:bodyPr>
          <a:lstStyle>
            <a:lvl1pPr>
              <a:defRPr sz="800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C2948ED-1B22-8845-A0B4-BB068DE3F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92314"/>
            <a:ext cx="7772400" cy="6858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5BAACCF-3F9D-8B43-96E7-088709E2432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85800" y="362034"/>
            <a:ext cx="7772400" cy="338961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87" indent="0">
              <a:buNone/>
              <a:defRPr sz="1500" b="1"/>
            </a:lvl2pPr>
            <a:lvl3pPr marL="685775" indent="0">
              <a:buNone/>
              <a:defRPr sz="1351" b="1"/>
            </a:lvl3pPr>
            <a:lvl4pPr marL="1028662" indent="0">
              <a:buNone/>
              <a:defRPr sz="1200" b="1"/>
            </a:lvl4pPr>
            <a:lvl5pPr marL="1371548" indent="0">
              <a:buNone/>
              <a:defRPr sz="1200" b="1"/>
            </a:lvl5pPr>
            <a:lvl6pPr marL="1714436" indent="0">
              <a:buNone/>
              <a:defRPr sz="1200" b="1"/>
            </a:lvl6pPr>
            <a:lvl7pPr marL="2057323" indent="0">
              <a:buNone/>
              <a:defRPr sz="1200" b="1"/>
            </a:lvl7pPr>
            <a:lvl8pPr marL="2400211" indent="0">
              <a:buNone/>
              <a:defRPr sz="1200" b="1"/>
            </a:lvl8pPr>
            <a:lvl9pPr marL="2743098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30C6B5-36C4-2B45-81A5-1AEAF187248E}"/>
              </a:ext>
            </a:extLst>
          </p:cNvPr>
          <p:cNvCxnSpPr>
            <a:cxnSpLocks/>
          </p:cNvCxnSpPr>
          <p:nvPr userDrawn="1"/>
        </p:nvCxnSpPr>
        <p:spPr>
          <a:xfrm>
            <a:off x="1649398" y="598991"/>
            <a:ext cx="5845215" cy="0"/>
          </a:xfrm>
          <a:prstGeom prst="line">
            <a:avLst/>
          </a:prstGeom>
          <a:ln w="9525">
            <a:solidFill>
              <a:srgbClr val="E87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E759B4E-9FAE-CA2B-735A-D08A3A2B6114}"/>
              </a:ext>
            </a:extLst>
          </p:cNvPr>
          <p:cNvSpPr txBox="1"/>
          <p:nvPr userDrawn="1"/>
        </p:nvSpPr>
        <p:spPr>
          <a:xfrm>
            <a:off x="8674580" y="4941893"/>
            <a:ext cx="293077" cy="9233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12EB7FDA-3CFA-48E9-9A35-E50E94D3505F}" type="slidenum">
              <a:rPr lang="en-US" sz="600" smtClean="0">
                <a:solidFill>
                  <a:srgbClr val="000000"/>
                </a:solidFill>
                <a:latin typeface="+mn-lt"/>
              </a:rPr>
              <a:pPr algn="r"/>
              <a:t>‹#›</a:t>
            </a:fld>
            <a:endParaRPr lang="en-US" sz="6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175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7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685800" y="1543050"/>
            <a:ext cx="22860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9" name="Content Placeholder 37"/>
          <p:cNvSpPr>
            <a:spLocks noGrp="1"/>
          </p:cNvSpPr>
          <p:nvPr>
            <p:ph sz="quarter" idx="16"/>
          </p:nvPr>
        </p:nvSpPr>
        <p:spPr>
          <a:xfrm>
            <a:off x="3429000" y="1543050"/>
            <a:ext cx="22860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6172200" y="1543050"/>
            <a:ext cx="22860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E5114E4-6AB8-AA4F-A8E8-C54E55AA61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4900089"/>
            <a:ext cx="5029200" cy="134139"/>
          </a:xfrm>
        </p:spPr>
        <p:txBody>
          <a:bodyPr wrap="square" anchor="b">
            <a:spAutoFit/>
          </a:bodyPr>
          <a:lstStyle>
            <a:lvl1pPr>
              <a:defRPr sz="800" b="0" i="0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0D43117-3128-D24E-806D-357156928F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92314"/>
            <a:ext cx="7772400" cy="68580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030A223-6475-C340-ACC1-06799CD611C8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85800" y="362034"/>
            <a:ext cx="7772400" cy="338961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87" indent="0">
              <a:buNone/>
              <a:defRPr sz="1500" b="1"/>
            </a:lvl2pPr>
            <a:lvl3pPr marL="685775" indent="0">
              <a:buNone/>
              <a:defRPr sz="1351" b="1"/>
            </a:lvl3pPr>
            <a:lvl4pPr marL="1028662" indent="0">
              <a:buNone/>
              <a:defRPr sz="1200" b="1"/>
            </a:lvl4pPr>
            <a:lvl5pPr marL="1371548" indent="0">
              <a:buNone/>
              <a:defRPr sz="1200" b="1"/>
            </a:lvl5pPr>
            <a:lvl6pPr marL="1714436" indent="0">
              <a:buNone/>
              <a:defRPr sz="1200" b="1"/>
            </a:lvl6pPr>
            <a:lvl7pPr marL="2057323" indent="0">
              <a:buNone/>
              <a:defRPr sz="1200" b="1"/>
            </a:lvl7pPr>
            <a:lvl8pPr marL="2400211" indent="0">
              <a:buNone/>
              <a:defRPr sz="1200" b="1"/>
            </a:lvl8pPr>
            <a:lvl9pPr marL="2743098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C8E98D-8F15-4247-8D5D-7D5CD99265DE}"/>
              </a:ext>
            </a:extLst>
          </p:cNvPr>
          <p:cNvCxnSpPr>
            <a:cxnSpLocks/>
          </p:cNvCxnSpPr>
          <p:nvPr userDrawn="1"/>
        </p:nvCxnSpPr>
        <p:spPr>
          <a:xfrm>
            <a:off x="1649398" y="598991"/>
            <a:ext cx="5845215" cy="0"/>
          </a:xfrm>
          <a:prstGeom prst="line">
            <a:avLst/>
          </a:prstGeom>
          <a:ln w="9525">
            <a:solidFill>
              <a:srgbClr val="E87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863B441-548E-6119-09D2-DE3F77C4F62D}"/>
              </a:ext>
            </a:extLst>
          </p:cNvPr>
          <p:cNvSpPr txBox="1"/>
          <p:nvPr userDrawn="1"/>
        </p:nvSpPr>
        <p:spPr>
          <a:xfrm>
            <a:off x="8674580" y="4941893"/>
            <a:ext cx="293077" cy="9233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12EB7FDA-3CFA-48E9-9A35-E50E94D3505F}" type="slidenum">
              <a:rPr lang="en-US" sz="600" smtClean="0">
                <a:solidFill>
                  <a:srgbClr val="000000"/>
                </a:solidFill>
                <a:latin typeface="+mn-lt"/>
              </a:rPr>
              <a:pPr algn="r"/>
              <a:t>‹#›</a:t>
            </a:fld>
            <a:endParaRPr lang="en-US" sz="6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02876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7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 userDrawn="1">
            <p:ph type="chart" sz="quarter" idx="29" hasCustomPrompt="1"/>
          </p:nvPr>
        </p:nvSpPr>
        <p:spPr>
          <a:xfrm>
            <a:off x="685800" y="1543052"/>
            <a:ext cx="7772400" cy="30003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 from template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D528D74-618E-334B-87B7-D7EDA262D7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4900089"/>
            <a:ext cx="5029200" cy="134139"/>
          </a:xfrm>
        </p:spPr>
        <p:txBody>
          <a:bodyPr wrap="square" anchor="b">
            <a:spAutoFit/>
          </a:bodyPr>
          <a:lstStyle>
            <a:lvl1pPr>
              <a:defRPr sz="800" b="0" i="0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B7DC360-7098-D941-A67E-D28011BF65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92314"/>
            <a:ext cx="7772400" cy="68580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745434D-4ACA-7B4C-A494-98A8512F0FAB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85800" y="362034"/>
            <a:ext cx="7772400" cy="338961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87" indent="0">
              <a:buNone/>
              <a:defRPr sz="1500" b="1"/>
            </a:lvl2pPr>
            <a:lvl3pPr marL="685775" indent="0">
              <a:buNone/>
              <a:defRPr sz="1351" b="1"/>
            </a:lvl3pPr>
            <a:lvl4pPr marL="1028662" indent="0">
              <a:buNone/>
              <a:defRPr sz="1200" b="1"/>
            </a:lvl4pPr>
            <a:lvl5pPr marL="1371548" indent="0">
              <a:buNone/>
              <a:defRPr sz="1200" b="1"/>
            </a:lvl5pPr>
            <a:lvl6pPr marL="1714436" indent="0">
              <a:buNone/>
              <a:defRPr sz="1200" b="1"/>
            </a:lvl6pPr>
            <a:lvl7pPr marL="2057323" indent="0">
              <a:buNone/>
              <a:defRPr sz="1200" b="1"/>
            </a:lvl7pPr>
            <a:lvl8pPr marL="2400211" indent="0">
              <a:buNone/>
              <a:defRPr sz="1200" b="1"/>
            </a:lvl8pPr>
            <a:lvl9pPr marL="2743098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BFCA18-7E9E-E74A-833D-B47F23A04116}"/>
              </a:ext>
            </a:extLst>
          </p:cNvPr>
          <p:cNvCxnSpPr>
            <a:cxnSpLocks/>
          </p:cNvCxnSpPr>
          <p:nvPr userDrawn="1"/>
        </p:nvCxnSpPr>
        <p:spPr>
          <a:xfrm>
            <a:off x="1649398" y="598991"/>
            <a:ext cx="5845215" cy="0"/>
          </a:xfrm>
          <a:prstGeom prst="line">
            <a:avLst/>
          </a:prstGeom>
          <a:ln w="9525">
            <a:solidFill>
              <a:srgbClr val="E87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7A7A88F-7067-DD98-651F-6C0E9CAC7018}"/>
              </a:ext>
            </a:extLst>
          </p:cNvPr>
          <p:cNvSpPr txBox="1"/>
          <p:nvPr userDrawn="1"/>
        </p:nvSpPr>
        <p:spPr>
          <a:xfrm>
            <a:off x="8674580" y="4941893"/>
            <a:ext cx="293077" cy="9233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12EB7FDA-3CFA-48E9-9A35-E50E94D3505F}" type="slidenum">
              <a:rPr lang="en-US" sz="600" smtClean="0">
                <a:solidFill>
                  <a:srgbClr val="000000"/>
                </a:solidFill>
                <a:latin typeface="+mn-lt"/>
              </a:rPr>
              <a:pPr algn="r"/>
              <a:t>‹#›</a:t>
            </a:fld>
            <a:endParaRPr lang="en-US" sz="6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34301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5D0418A-ADC7-7C49-8916-57C1A6D29F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4900089"/>
            <a:ext cx="5029200" cy="134139"/>
          </a:xfrm>
        </p:spPr>
        <p:txBody>
          <a:bodyPr wrap="square" anchor="b">
            <a:spAutoFit/>
          </a:bodyPr>
          <a:lstStyle>
            <a:lvl1pPr>
              <a:defRPr sz="800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AAACE0-2A51-8B87-8B7F-56682B3FDC21}"/>
              </a:ext>
            </a:extLst>
          </p:cNvPr>
          <p:cNvSpPr txBox="1"/>
          <p:nvPr userDrawn="1"/>
        </p:nvSpPr>
        <p:spPr>
          <a:xfrm>
            <a:off x="8674580" y="4941893"/>
            <a:ext cx="293077" cy="9233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12EB7FDA-3CFA-48E9-9A35-E50E94D3505F}" type="slidenum">
              <a:rPr lang="en-US" sz="600" smtClean="0">
                <a:solidFill>
                  <a:srgbClr val="000000"/>
                </a:solidFill>
                <a:latin typeface="+mn-lt"/>
              </a:rPr>
              <a:pPr algn="r"/>
              <a:t>‹#›</a:t>
            </a:fld>
            <a:endParaRPr lang="en-US" sz="6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2820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Main 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A1FD6F9-D212-2E42-B64E-F33E6A95F5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755" y="1428754"/>
            <a:ext cx="7781756" cy="1668947"/>
          </a:xfrm>
        </p:spPr>
        <p:txBody>
          <a:bodyPr anchor="ctr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74708" y="3465668"/>
            <a:ext cx="7783445" cy="1061829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spcAft>
                <a:spcPts val="151"/>
              </a:spcAft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spcAft>
                <a:spcPts val="151"/>
              </a:spcAft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spcAft>
                <a:spcPts val="151"/>
              </a:spcAft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spcAft>
                <a:spcPts val="151"/>
              </a:spcAft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678040" y="1299715"/>
            <a:ext cx="7780165" cy="2004413"/>
            <a:chOff x="914400" y="1732950"/>
            <a:chExt cx="7316788" cy="2672550"/>
          </a:xfrm>
        </p:grpSpPr>
        <p:cxnSp>
          <p:nvCxnSpPr>
            <p:cNvPr id="11" name="Straight Connector 10"/>
            <p:cNvCxnSpPr>
              <a:cxnSpLocks/>
            </p:cNvCxnSpPr>
            <p:nvPr userDrawn="1"/>
          </p:nvCxnSpPr>
          <p:spPr>
            <a:xfrm>
              <a:off x="914400" y="1732950"/>
              <a:ext cx="73152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 6"/>
            <p:cNvSpPr>
              <a:spLocks/>
            </p:cNvSpPr>
            <p:nvPr userDrawn="1"/>
          </p:nvSpPr>
          <p:spPr bwMode="auto">
            <a:xfrm>
              <a:off x="915988" y="4302313"/>
              <a:ext cx="7315200" cy="103187"/>
            </a:xfrm>
            <a:custGeom>
              <a:avLst/>
              <a:gdLst>
                <a:gd name="T0" fmla="*/ 0 w 4608"/>
                <a:gd name="T1" fmla="*/ 0 h 65"/>
                <a:gd name="T2" fmla="*/ 224 w 4608"/>
                <a:gd name="T3" fmla="*/ 0 h 65"/>
                <a:gd name="T4" fmla="*/ 286 w 4608"/>
                <a:gd name="T5" fmla="*/ 65 h 65"/>
                <a:gd name="T6" fmla="*/ 349 w 4608"/>
                <a:gd name="T7" fmla="*/ 0 h 65"/>
                <a:gd name="T8" fmla="*/ 4608 w 4608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08" h="65">
                  <a:moveTo>
                    <a:pt x="0" y="0"/>
                  </a:moveTo>
                  <a:lnTo>
                    <a:pt x="224" y="0"/>
                  </a:lnTo>
                  <a:lnTo>
                    <a:pt x="286" y="65"/>
                  </a:lnTo>
                  <a:lnTo>
                    <a:pt x="349" y="0"/>
                  </a:lnTo>
                  <a:lnTo>
                    <a:pt x="4608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</p:spTree>
    <p:extLst>
      <p:ext uri="{BB962C8B-B14F-4D97-AF65-F5344CB8AC3E}">
        <p14:creationId xmlns:p14="http://schemas.microsoft.com/office/powerpoint/2010/main" val="17850718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Main Idea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A1FD6F9-D212-2E42-B64E-F33E6A95F5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79365" y="0"/>
            <a:ext cx="4264639" cy="5143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757" y="845291"/>
            <a:ext cx="3894587" cy="2666471"/>
          </a:xfrm>
        </p:spPr>
        <p:txBody>
          <a:bodyPr anchor="ctr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74706" y="3768695"/>
            <a:ext cx="3894639" cy="1061829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spcAft>
                <a:spcPts val="151"/>
              </a:spcAft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spcAft>
                <a:spcPts val="151"/>
              </a:spcAft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spcAft>
                <a:spcPts val="151"/>
              </a:spcAft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spcAft>
                <a:spcPts val="151"/>
              </a:spcAft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678037" y="757452"/>
            <a:ext cx="389130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6"/>
          <p:cNvSpPr>
            <a:spLocks/>
          </p:cNvSpPr>
          <p:nvPr userDrawn="1"/>
        </p:nvSpPr>
        <p:spPr bwMode="auto">
          <a:xfrm>
            <a:off x="679726" y="3601534"/>
            <a:ext cx="3871348" cy="77390"/>
          </a:xfrm>
          <a:custGeom>
            <a:avLst/>
            <a:gdLst>
              <a:gd name="T0" fmla="*/ 0 w 4608"/>
              <a:gd name="T1" fmla="*/ 0 h 65"/>
              <a:gd name="T2" fmla="*/ 224 w 4608"/>
              <a:gd name="T3" fmla="*/ 0 h 65"/>
              <a:gd name="T4" fmla="*/ 286 w 4608"/>
              <a:gd name="T5" fmla="*/ 65 h 65"/>
              <a:gd name="T6" fmla="*/ 349 w 4608"/>
              <a:gd name="T7" fmla="*/ 0 h 65"/>
              <a:gd name="T8" fmla="*/ 4608 w 4608"/>
              <a:gd name="T9" fmla="*/ 0 h 65"/>
              <a:gd name="connsiteX0" fmla="*/ 0 w 4977"/>
              <a:gd name="connsiteY0" fmla="*/ 0 h 10000"/>
              <a:gd name="connsiteX1" fmla="*/ 486 w 4977"/>
              <a:gd name="connsiteY1" fmla="*/ 0 h 10000"/>
              <a:gd name="connsiteX2" fmla="*/ 621 w 4977"/>
              <a:gd name="connsiteY2" fmla="*/ 10000 h 10000"/>
              <a:gd name="connsiteX3" fmla="*/ 757 w 4977"/>
              <a:gd name="connsiteY3" fmla="*/ 0 h 10000"/>
              <a:gd name="connsiteX4" fmla="*/ 4977 w 4977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" h="10000">
                <a:moveTo>
                  <a:pt x="0" y="0"/>
                </a:moveTo>
                <a:lnTo>
                  <a:pt x="486" y="0"/>
                </a:lnTo>
                <a:lnTo>
                  <a:pt x="621" y="10000"/>
                </a:lnTo>
                <a:cubicBezTo>
                  <a:pt x="666" y="6667"/>
                  <a:pt x="712" y="3333"/>
                  <a:pt x="757" y="0"/>
                </a:cubicBezTo>
                <a:lnTo>
                  <a:pt x="4977" y="0"/>
                </a:lnTo>
              </a:path>
            </a:pathLst>
          </a:custGeom>
          <a:noFill/>
          <a:ln w="9525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1" rIns="68580" bIns="34291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</p:spTree>
    <p:extLst>
      <p:ext uri="{BB962C8B-B14F-4D97-AF65-F5344CB8AC3E}">
        <p14:creationId xmlns:p14="http://schemas.microsoft.com/office/powerpoint/2010/main" val="3676393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Main Idea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631" y="1428754"/>
            <a:ext cx="7775100" cy="1668947"/>
          </a:xfrm>
        </p:spPr>
        <p:txBody>
          <a:bodyPr anchor="ctr"/>
          <a:lstStyle>
            <a:lvl1pPr>
              <a:lnSpc>
                <a:spcPct val="95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83583" y="3465668"/>
            <a:ext cx="7776788" cy="1061829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600" b="1" i="0">
                <a:solidFill>
                  <a:srgbClr val="E875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spcAft>
                <a:spcPts val="151"/>
              </a:spcAft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spcAft>
                <a:spcPts val="151"/>
              </a:spcAft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spcAft>
                <a:spcPts val="151"/>
              </a:spcAft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spcAft>
                <a:spcPts val="151"/>
              </a:spcAft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83634" y="1299712"/>
            <a:ext cx="7775100" cy="0"/>
          </a:xfrm>
          <a:prstGeom prst="line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6"/>
          <p:cNvSpPr>
            <a:spLocks/>
          </p:cNvSpPr>
          <p:nvPr userDrawn="1"/>
        </p:nvSpPr>
        <p:spPr bwMode="auto">
          <a:xfrm>
            <a:off x="685322" y="3226735"/>
            <a:ext cx="7775100" cy="77390"/>
          </a:xfrm>
          <a:custGeom>
            <a:avLst/>
            <a:gdLst>
              <a:gd name="T0" fmla="*/ 0 w 4608"/>
              <a:gd name="T1" fmla="*/ 0 h 65"/>
              <a:gd name="T2" fmla="*/ 224 w 4608"/>
              <a:gd name="T3" fmla="*/ 0 h 65"/>
              <a:gd name="T4" fmla="*/ 286 w 4608"/>
              <a:gd name="T5" fmla="*/ 65 h 65"/>
              <a:gd name="T6" fmla="*/ 349 w 4608"/>
              <a:gd name="T7" fmla="*/ 0 h 65"/>
              <a:gd name="T8" fmla="*/ 4608 w 4608"/>
              <a:gd name="T9" fmla="*/ 0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08" h="65">
                <a:moveTo>
                  <a:pt x="0" y="0"/>
                </a:moveTo>
                <a:lnTo>
                  <a:pt x="224" y="0"/>
                </a:lnTo>
                <a:lnTo>
                  <a:pt x="286" y="65"/>
                </a:lnTo>
                <a:lnTo>
                  <a:pt x="349" y="0"/>
                </a:lnTo>
                <a:lnTo>
                  <a:pt x="4608" y="0"/>
                </a:lnTo>
              </a:path>
            </a:pathLst>
          </a:custGeom>
          <a:noFill/>
          <a:ln w="9525" cap="flat">
            <a:solidFill>
              <a:schemeClr val="accent6">
                <a:lumMod val="40000"/>
                <a:lumOff val="6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</p:spTree>
    <p:extLst>
      <p:ext uri="{BB962C8B-B14F-4D97-AF65-F5344CB8AC3E}">
        <p14:creationId xmlns:p14="http://schemas.microsoft.com/office/powerpoint/2010/main" val="213999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 userDrawn="1"/>
        </p:nvSpPr>
        <p:spPr>
          <a:xfrm>
            <a:off x="8165124" y="4941893"/>
            <a:ext cx="293077" cy="9233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12EB7FDA-3CFA-48E9-9A35-E50E94D3505F}" type="slidenum">
              <a:rPr lang="en-US" sz="60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pPr algn="r"/>
              <a:t>‹#›</a:t>
            </a:fld>
            <a:endParaRPr lang="en-US" sz="60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4933621"/>
            <a:ext cx="5029200" cy="100605"/>
          </a:xfrm>
        </p:spPr>
        <p:txBody>
          <a:bodyPr wrap="square" anchor="b">
            <a:spAutoFit/>
          </a:bodyPr>
          <a:lstStyle>
            <a:lvl1pPr>
              <a:defRPr sz="60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insert source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2"/>
            <a:ext cx="9144000" cy="5181079"/>
            <a:chOff x="0" y="0"/>
            <a:chExt cx="9144000" cy="6908105"/>
          </a:xfrm>
        </p:grpSpPr>
        <p:grpSp>
          <p:nvGrpSpPr>
            <p:cNvPr id="30" name="Group 29"/>
            <p:cNvGrpSpPr/>
            <p:nvPr userDrawn="1"/>
          </p:nvGrpSpPr>
          <p:grpSpPr>
            <a:xfrm>
              <a:off x="0" y="0"/>
              <a:ext cx="9144000" cy="6858000"/>
              <a:chOff x="0" y="0"/>
              <a:chExt cx="9144000" cy="6858000"/>
            </a:xfrm>
            <a:solidFill>
              <a:schemeClr val="bg1">
                <a:lumMod val="95000"/>
              </a:schemeClr>
            </a:solidFill>
          </p:grpSpPr>
          <p:sp>
            <p:nvSpPr>
              <p:cNvPr id="46" name="Rectangle 45"/>
              <p:cNvSpPr>
                <a:spLocks noChangeAspect="1"/>
              </p:cNvSpPr>
              <p:nvPr/>
            </p:nvSpPr>
            <p:spPr>
              <a:xfrm>
                <a:off x="0" y="0"/>
                <a:ext cx="6858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>
                  <a:solidFill>
                    <a:srgbClr val="F26531"/>
                  </a:solidFill>
                </a:endParaRPr>
              </a:p>
            </p:txBody>
          </p:sp>
          <p:sp>
            <p:nvSpPr>
              <p:cNvPr id="47" name="Rectangle 46"/>
              <p:cNvSpPr>
                <a:spLocks noChangeAspect="1"/>
              </p:cNvSpPr>
              <p:nvPr/>
            </p:nvSpPr>
            <p:spPr>
              <a:xfrm>
                <a:off x="8458200" y="0"/>
                <a:ext cx="6858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>
                  <a:solidFill>
                    <a:srgbClr val="F26531"/>
                  </a:solidFill>
                </a:endParaRPr>
              </a:p>
            </p:txBody>
          </p:sp>
          <p:sp>
            <p:nvSpPr>
              <p:cNvPr id="48" name="Rectangle 47"/>
              <p:cNvSpPr>
                <a:spLocks noChangeAspect="1"/>
              </p:cNvSpPr>
              <p:nvPr/>
            </p:nvSpPr>
            <p:spPr>
              <a:xfrm>
                <a:off x="0" y="0"/>
                <a:ext cx="8458200" cy="685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>
                  <a:solidFill>
                    <a:srgbClr val="F26531"/>
                  </a:solidFill>
                </a:endParaRPr>
              </a:p>
            </p:txBody>
          </p:sp>
          <p:sp>
            <p:nvSpPr>
              <p:cNvPr id="49" name="Rectangle 48"/>
              <p:cNvSpPr>
                <a:spLocks noChangeAspect="1"/>
              </p:cNvSpPr>
              <p:nvPr/>
            </p:nvSpPr>
            <p:spPr>
              <a:xfrm>
                <a:off x="0" y="6172200"/>
                <a:ext cx="9144000" cy="685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>
                  <a:solidFill>
                    <a:srgbClr val="F26531"/>
                  </a:solidFill>
                </a:endParaRPr>
              </a:p>
            </p:txBody>
          </p:sp>
        </p:grpSp>
        <p:cxnSp>
          <p:nvCxnSpPr>
            <p:cNvPr id="31" name="Straight Connector 30"/>
            <p:cNvCxnSpPr/>
            <p:nvPr userDrawn="1"/>
          </p:nvCxnSpPr>
          <p:spPr>
            <a:xfrm flipV="1">
              <a:off x="685800" y="0"/>
              <a:ext cx="0" cy="6858001"/>
            </a:xfrm>
            <a:prstGeom prst="line">
              <a:avLst/>
            </a:prstGeom>
            <a:ln w="3175">
              <a:solidFill>
                <a:srgbClr val="FF006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 flipV="1">
              <a:off x="8458200" y="0"/>
              <a:ext cx="0" cy="6858001"/>
            </a:xfrm>
            <a:prstGeom prst="line">
              <a:avLst/>
            </a:prstGeom>
            <a:ln w="3175">
              <a:solidFill>
                <a:srgbClr val="FF006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/>
            <p:cNvGrpSpPr/>
            <p:nvPr userDrawn="1"/>
          </p:nvGrpSpPr>
          <p:grpSpPr>
            <a:xfrm>
              <a:off x="5715000" y="0"/>
              <a:ext cx="457200" cy="6908105"/>
              <a:chOff x="2956470" y="50104"/>
              <a:chExt cx="457200" cy="6858001"/>
            </a:xfrm>
          </p:grpSpPr>
          <p:cxnSp>
            <p:nvCxnSpPr>
              <p:cNvPr id="44" name="Straight Connector 43"/>
              <p:cNvCxnSpPr/>
              <p:nvPr/>
            </p:nvCxnSpPr>
            <p:spPr>
              <a:xfrm flipV="1">
                <a:off x="29564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 flipV="1">
                <a:off x="34136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/>
            <p:cNvCxnSpPr/>
            <p:nvPr userDrawn="1"/>
          </p:nvCxnSpPr>
          <p:spPr>
            <a:xfrm rot="5400000" flipV="1">
              <a:off x="4572000" y="-3886200"/>
              <a:ext cx="0" cy="9144000"/>
            </a:xfrm>
            <a:prstGeom prst="line">
              <a:avLst/>
            </a:prstGeom>
            <a:ln w="3175">
              <a:solidFill>
                <a:srgbClr val="FF006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/>
            <p:cNvGrpSpPr/>
            <p:nvPr userDrawn="1"/>
          </p:nvGrpSpPr>
          <p:grpSpPr>
            <a:xfrm>
              <a:off x="0" y="1143000"/>
              <a:ext cx="9144000" cy="914400"/>
              <a:chOff x="0" y="1143000"/>
              <a:chExt cx="9144000" cy="914400"/>
            </a:xfrm>
          </p:grpSpPr>
          <p:cxnSp>
            <p:nvCxnSpPr>
              <p:cNvPr id="42" name="Straight Connector 41"/>
              <p:cNvCxnSpPr/>
              <p:nvPr/>
            </p:nvCxnSpPr>
            <p:spPr>
              <a:xfrm rot="5400000" flipV="1">
                <a:off x="4572000" y="-25146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 rot="5400000" flipV="1">
                <a:off x="4572000" y="-34290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/>
            <p:cNvGrpSpPr/>
            <p:nvPr userDrawn="1"/>
          </p:nvGrpSpPr>
          <p:grpSpPr>
            <a:xfrm>
              <a:off x="0" y="2971800"/>
              <a:ext cx="9144000" cy="914400"/>
              <a:chOff x="0" y="1143000"/>
              <a:chExt cx="9144000" cy="9144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 rot="5400000" flipV="1">
                <a:off x="4572000" y="-25146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5400000" flipV="1">
                <a:off x="4572000" y="-34290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/>
            <p:cNvGrpSpPr/>
            <p:nvPr userDrawn="1"/>
          </p:nvGrpSpPr>
          <p:grpSpPr>
            <a:xfrm>
              <a:off x="0" y="4800602"/>
              <a:ext cx="9144000" cy="914400"/>
              <a:chOff x="0" y="1143000"/>
              <a:chExt cx="9144000" cy="9144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 rot="5400000" flipV="1">
                <a:off x="4572000" y="-25146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rot="5400000" flipV="1">
                <a:off x="4572000" y="-34290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/>
            <p:cNvGrpSpPr/>
            <p:nvPr userDrawn="1"/>
          </p:nvGrpSpPr>
          <p:grpSpPr>
            <a:xfrm>
              <a:off x="2971800" y="0"/>
              <a:ext cx="457200" cy="6908105"/>
              <a:chOff x="2956470" y="50104"/>
              <a:chExt cx="457200" cy="6858001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 flipV="1">
                <a:off x="29564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flipV="1">
                <a:off x="34136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8886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5C35"/>
            </a:gs>
            <a:gs pos="68000">
              <a:srgbClr val="003720"/>
            </a:gs>
          </a:gsLst>
          <a:path path="circle">
            <a:fillToRect l="100000" t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501328"/>
            <a:ext cx="7772400" cy="685802"/>
          </a:xfrm>
          <a:prstGeom prst="rect">
            <a:avLst/>
          </a:prstGeom>
          <a:effectLst>
            <a:outerShdw blurRad="50800" dist="38100" dir="2700000" algn="tl" rotWithShape="0">
              <a:schemeClr val="accent5">
                <a:lumMod val="50000"/>
                <a:alpha val="40000"/>
              </a:schemeClr>
            </a:outerShdw>
          </a:effectLst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336877"/>
            <a:ext cx="7772400" cy="33014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77729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6" r:id="rId2"/>
    <p:sldLayoutId id="2147483675" r:id="rId3"/>
    <p:sldLayoutId id="2147483673" r:id="rId4"/>
    <p:sldLayoutId id="2147483674" r:id="rId5"/>
    <p:sldLayoutId id="2147483671" r:id="rId6"/>
    <p:sldLayoutId id="2147483669" r:id="rId7"/>
    <p:sldLayoutId id="2147483670" r:id="rId8"/>
    <p:sldLayoutId id="2147483668" r:id="rId9"/>
    <p:sldLayoutId id="2147483660" r:id="rId10"/>
    <p:sldLayoutId id="2147483661" r:id="rId11"/>
    <p:sldLayoutId id="2147483665" r:id="rId12"/>
    <p:sldLayoutId id="2147483666" r:id="rId13"/>
    <p:sldLayoutId id="2147483663" r:id="rId14"/>
    <p:sldLayoutId id="2147483672" r:id="rId15"/>
  </p:sldLayoutIdLst>
  <p:txStyles>
    <p:titleStyle>
      <a:lvl1pPr algn="ctr" defTabSz="685775" rtl="0" eaLnBrk="1" latinLnBrk="0" hangingPunct="1">
        <a:lnSpc>
          <a:spcPct val="85000"/>
        </a:lnSpc>
        <a:spcBef>
          <a:spcPct val="0"/>
        </a:spcBef>
        <a:buNone/>
        <a:defRPr sz="2800" b="1" i="0" kern="1200">
          <a:solidFill>
            <a:schemeClr val="bg1"/>
          </a:solidFill>
          <a:effectLst>
            <a:outerShdw blurRad="50800" dist="38100" dir="2700000" algn="tl" rotWithShape="0">
              <a:schemeClr val="accent6">
                <a:lumMod val="50000"/>
                <a:alpha val="40000"/>
              </a:schemeClr>
            </a:outerShdw>
          </a:effectLst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5775" rtl="0" eaLnBrk="1" latinLnBrk="0" hangingPunct="1">
        <a:lnSpc>
          <a:spcPct val="120000"/>
        </a:lnSpc>
        <a:spcBef>
          <a:spcPts val="451"/>
        </a:spcBef>
        <a:spcAft>
          <a:spcPts val="900"/>
        </a:spcAft>
        <a:buFont typeface="Arial" panose="020B0604020202020204" pitchFamily="34" charset="0"/>
        <a:buChar char="​"/>
        <a:defRPr sz="1600" b="0" i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0" indent="0" algn="l" defTabSz="685775" rtl="0" eaLnBrk="1" latinLnBrk="0" hangingPunct="1">
        <a:lnSpc>
          <a:spcPct val="100000"/>
        </a:lnSpc>
        <a:spcBef>
          <a:spcPts val="0"/>
        </a:spcBef>
        <a:spcAft>
          <a:spcPts val="451"/>
        </a:spcAft>
        <a:buFont typeface="Arial" panose="020B0604020202020204" pitchFamily="34" charset="0"/>
        <a:buChar char="​"/>
        <a:defRPr sz="1400" b="0" i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0" indent="0" algn="l" defTabSz="685775" rtl="0" eaLnBrk="1" latinLnBrk="0" hangingPunct="1">
        <a:lnSpc>
          <a:spcPct val="120000"/>
        </a:lnSpc>
        <a:spcBef>
          <a:spcPts val="451"/>
        </a:spcBef>
        <a:spcAft>
          <a:spcPts val="451"/>
        </a:spcAft>
        <a:buClr>
          <a:srgbClr val="E87500"/>
        </a:buClr>
        <a:buFont typeface="Arial" panose="020B0604020202020204" pitchFamily="34" charset="0"/>
        <a:buChar char="​"/>
        <a:defRPr sz="1100" b="0" i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55" indent="-137155" algn="l" defTabSz="685775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E87500"/>
        </a:buClr>
        <a:buFont typeface="Arial" panose="020B0604020202020204" pitchFamily="34" charset="0"/>
        <a:buChar char="•"/>
        <a:defRPr sz="1100" b="0" i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37155" indent="-137155" algn="l" defTabSz="685775" rtl="0" eaLnBrk="1" latinLnBrk="0" hangingPunct="1">
        <a:lnSpc>
          <a:spcPct val="110000"/>
        </a:lnSpc>
        <a:spcBef>
          <a:spcPts val="0"/>
        </a:spcBef>
        <a:spcAft>
          <a:spcPts val="451"/>
        </a:spcAft>
        <a:buClr>
          <a:srgbClr val="E87500"/>
        </a:buClr>
        <a:buFont typeface="Arial" panose="020B0604020202020204" pitchFamily="34" charset="0"/>
        <a:buChar char="•"/>
        <a:defRPr sz="1100" b="0" i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0" indent="0" algn="l" defTabSz="685775" rtl="0" eaLnBrk="1" latinLnBrk="0" hangingPunct="1">
        <a:lnSpc>
          <a:spcPct val="100000"/>
        </a:lnSpc>
        <a:spcBef>
          <a:spcPts val="451"/>
        </a:spcBef>
        <a:spcAft>
          <a:spcPts val="0"/>
        </a:spcAft>
        <a:buFont typeface="Arial" panose="020B0604020202020204" pitchFamily="34" charset="0"/>
        <a:buChar char="​"/>
        <a:defRPr sz="1100" b="0" i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0" indent="0" algn="l" defTabSz="685775" rtl="0" eaLnBrk="1" latinLnBrk="0" hangingPunct="1">
        <a:lnSpc>
          <a:spcPct val="100000"/>
        </a:lnSpc>
        <a:spcBef>
          <a:spcPts val="451"/>
        </a:spcBef>
        <a:spcAft>
          <a:spcPts val="451"/>
        </a:spcAft>
        <a:buFont typeface="Arial" panose="020B0604020202020204" pitchFamily="34" charset="0"/>
        <a:buChar char="​"/>
        <a:defRPr sz="1100" b="0" i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0" indent="0" algn="l" defTabSz="685775" rtl="0" eaLnBrk="1" latinLnBrk="0" hangingPunct="1">
        <a:lnSpc>
          <a:spcPct val="100000"/>
        </a:lnSpc>
        <a:spcBef>
          <a:spcPts val="451"/>
        </a:spcBef>
        <a:spcAft>
          <a:spcPts val="451"/>
        </a:spcAft>
        <a:buFont typeface="Arial" panose="020B0604020202020204" pitchFamily="34" charset="0"/>
        <a:buChar char="​"/>
        <a:defRPr sz="1100" b="0" i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0" indent="0" algn="l" defTabSz="685775" rtl="0" eaLnBrk="1" latinLnBrk="0" hangingPunct="1">
        <a:lnSpc>
          <a:spcPct val="100000"/>
        </a:lnSpc>
        <a:spcBef>
          <a:spcPts val="451"/>
        </a:spcBef>
        <a:spcAft>
          <a:spcPts val="451"/>
        </a:spcAft>
        <a:buFont typeface="Arial" panose="020B0604020202020204" pitchFamily="34" charset="0"/>
        <a:buChar char="​"/>
        <a:defRPr sz="1100" b="0" i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685775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7" algn="l" defTabSz="685775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75" algn="l" defTabSz="685775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2" algn="l" defTabSz="685775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8" algn="l" defTabSz="685775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36" algn="l" defTabSz="685775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23" algn="l" defTabSz="685775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11" algn="l" defTabSz="685775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98" algn="l" defTabSz="685775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fonts.google.com/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7E33BF-A6E7-038D-992C-FD8B5799D4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615" y="1523282"/>
            <a:ext cx="4931332" cy="2209673"/>
          </a:xfrm>
        </p:spPr>
        <p:txBody>
          <a:bodyPr/>
          <a:lstStyle/>
          <a:p>
            <a:pPr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dirty="0"/>
              <a:t>Using the New</a:t>
            </a:r>
          </a:p>
          <a:p>
            <a:pPr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dirty="0"/>
              <a:t>UTD PowerPoint</a:t>
            </a:r>
          </a:p>
          <a:p>
            <a:pPr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dirty="0"/>
              <a:t>Template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85FA87-F86E-4B2F-A25B-F1DF5211E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79384" y="3400297"/>
            <a:ext cx="2531563" cy="1138440"/>
          </a:xfrm>
        </p:spPr>
        <p:txBody>
          <a:bodyPr/>
          <a:lstStyle/>
          <a:p>
            <a:r>
              <a:rPr lang="en-US" dirty="0"/>
              <a:t>UTD Communications</a:t>
            </a:r>
          </a:p>
          <a:p>
            <a:r>
              <a:rPr lang="en-US" dirty="0"/>
              <a:t>August 16, 2023</a:t>
            </a:r>
          </a:p>
        </p:txBody>
      </p:sp>
    </p:spTree>
    <p:extLst>
      <p:ext uri="{BB962C8B-B14F-4D97-AF65-F5344CB8AC3E}">
        <p14:creationId xmlns:p14="http://schemas.microsoft.com/office/powerpoint/2010/main" val="193415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797594-AB36-5E82-B7E2-0BC21FA99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“How to” on Using This Template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D38FA4-766A-DF41-3D03-C268CDAD981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558270" y="1378116"/>
            <a:ext cx="782515" cy="1543051"/>
          </a:xfrm>
        </p:spPr>
        <p:txBody>
          <a:bodyPr/>
          <a:lstStyle/>
          <a:p>
            <a:r>
              <a:rPr lang="en-US" sz="7200" b="1" dirty="0"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50800" dist="19028" dir="2700000" algn="tl" rotWithShape="0">
                    <a:schemeClr val="accent6">
                      <a:lumMod val="75000"/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7D8506-62E8-9B08-623D-FCB7F0968560}"/>
              </a:ext>
            </a:extLst>
          </p:cNvPr>
          <p:cNvSpPr txBox="1"/>
          <p:nvPr/>
        </p:nvSpPr>
        <p:spPr>
          <a:xfrm>
            <a:off x="2129770" y="1859780"/>
            <a:ext cx="2206869" cy="2810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buClr>
                <a:schemeClr val="accent6">
                  <a:lumMod val="40000"/>
                  <a:lumOff val="60000"/>
                </a:schemeClr>
              </a:buClr>
            </a:pPr>
            <a:r>
              <a:rPr lang="en-US" sz="1800" dirty="0">
                <a:solidFill>
                  <a:schemeClr val="bg1"/>
                </a:solidFill>
              </a:rPr>
              <a:t>Fonts &amp; File Formats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667537-30BC-7DC4-22A9-816462C9E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dirty="0"/>
              <a:t>UTD PowerPoint Template</a:t>
            </a:r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AE057AAE-E158-F1FB-AFE0-E32640CAE4A3}"/>
              </a:ext>
            </a:extLst>
          </p:cNvPr>
          <p:cNvSpPr txBox="1">
            <a:spLocks/>
          </p:cNvSpPr>
          <p:nvPr/>
        </p:nvSpPr>
        <p:spPr>
          <a:xfrm>
            <a:off x="1523103" y="2677421"/>
            <a:ext cx="782515" cy="15430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20000"/>
              </a:lnSpc>
              <a:spcBef>
                <a:spcPts val="45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685800" rtl="0" eaLnBrk="1" latinLnBrk="0" hangingPunct="1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Clr>
                <a:srgbClr val="E87500"/>
              </a:buClr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" indent="-13716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7500"/>
              </a:buClr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" indent="-13716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E87500"/>
              </a:buClr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sz="7200" b="1" dirty="0"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50800" dist="19028" dir="2700000" algn="tl" rotWithShape="0">
                    <a:schemeClr val="accent6">
                      <a:lumMod val="75000"/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96C42D-CBA8-9DD9-FD81-57004E826767}"/>
              </a:ext>
            </a:extLst>
          </p:cNvPr>
          <p:cNvSpPr txBox="1"/>
          <p:nvPr/>
        </p:nvSpPr>
        <p:spPr>
          <a:xfrm>
            <a:off x="2156149" y="3188144"/>
            <a:ext cx="2391509" cy="2810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buClr>
                <a:schemeClr val="accent6">
                  <a:lumMod val="40000"/>
                  <a:lumOff val="60000"/>
                </a:schemeClr>
              </a:buClr>
            </a:pPr>
            <a:r>
              <a:rPr lang="en-US" sz="1800" dirty="0">
                <a:solidFill>
                  <a:schemeClr val="bg1"/>
                </a:solidFill>
              </a:rPr>
              <a:t>Master Pages</a:t>
            </a:r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37FD41BE-BC28-19FD-11CF-DBFF93A45D60}"/>
              </a:ext>
            </a:extLst>
          </p:cNvPr>
          <p:cNvSpPr txBox="1">
            <a:spLocks/>
          </p:cNvSpPr>
          <p:nvPr/>
        </p:nvSpPr>
        <p:spPr>
          <a:xfrm>
            <a:off x="5083983" y="1378116"/>
            <a:ext cx="782515" cy="15430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20000"/>
              </a:lnSpc>
              <a:spcBef>
                <a:spcPts val="45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685800" rtl="0" eaLnBrk="1" latinLnBrk="0" hangingPunct="1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Clr>
                <a:srgbClr val="E87500"/>
              </a:buClr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" indent="-13716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7500"/>
              </a:buClr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" indent="-13716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E87500"/>
              </a:buClr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sz="7200" b="1" dirty="0"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50800" dist="19028" dir="2700000" algn="tl" rotWithShape="0">
                    <a:schemeClr val="accent6">
                      <a:lumMod val="75000"/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E39716-CEE4-1E97-2C10-017D5203991C}"/>
              </a:ext>
            </a:extLst>
          </p:cNvPr>
          <p:cNvSpPr txBox="1"/>
          <p:nvPr/>
        </p:nvSpPr>
        <p:spPr>
          <a:xfrm>
            <a:off x="5725828" y="1859780"/>
            <a:ext cx="2206869" cy="2810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buClr>
                <a:schemeClr val="accent6">
                  <a:lumMod val="40000"/>
                  <a:lumOff val="60000"/>
                </a:schemeClr>
              </a:buClr>
            </a:pPr>
            <a:r>
              <a:rPr lang="en-US" sz="1800" dirty="0">
                <a:solidFill>
                  <a:schemeClr val="bg1"/>
                </a:solidFill>
              </a:rPr>
              <a:t>Charts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22CE98A3-07A9-F833-7CED-E8D46675D019}"/>
              </a:ext>
            </a:extLst>
          </p:cNvPr>
          <p:cNvSpPr txBox="1">
            <a:spLocks/>
          </p:cNvSpPr>
          <p:nvPr/>
        </p:nvSpPr>
        <p:spPr>
          <a:xfrm>
            <a:off x="5048817" y="2677421"/>
            <a:ext cx="782515" cy="15430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20000"/>
              </a:lnSpc>
              <a:spcBef>
                <a:spcPts val="45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685800" rtl="0" eaLnBrk="1" latinLnBrk="0" hangingPunct="1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Clr>
                <a:srgbClr val="E87500"/>
              </a:buClr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" indent="-13716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7500"/>
              </a:buClr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" indent="-13716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E87500"/>
              </a:buClr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sz="7200" b="1" dirty="0"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50800" dist="19028" dir="2700000" algn="tl" rotWithShape="0">
                    <a:schemeClr val="accent6">
                      <a:lumMod val="75000"/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538E2C-1E1C-9C14-5AE0-ED42602BB08C}"/>
              </a:ext>
            </a:extLst>
          </p:cNvPr>
          <p:cNvSpPr txBox="1"/>
          <p:nvPr/>
        </p:nvSpPr>
        <p:spPr>
          <a:xfrm>
            <a:off x="5725826" y="3188144"/>
            <a:ext cx="2206869" cy="2810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buClr>
                <a:schemeClr val="accent6">
                  <a:lumMod val="40000"/>
                  <a:lumOff val="60000"/>
                </a:schemeClr>
              </a:buClr>
            </a:pPr>
            <a:r>
              <a:rPr lang="en-US" sz="1800" dirty="0">
                <a:solidFill>
                  <a:schemeClr val="bg1"/>
                </a:solidFill>
              </a:rPr>
              <a:t>UTD Logos</a:t>
            </a:r>
          </a:p>
        </p:txBody>
      </p:sp>
    </p:spTree>
    <p:extLst>
      <p:ext uri="{BB962C8B-B14F-4D97-AF65-F5344CB8AC3E}">
        <p14:creationId xmlns:p14="http://schemas.microsoft.com/office/powerpoint/2010/main" val="146046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3441A0BB-DE69-1490-9266-482CE34110FD}"/>
              </a:ext>
            </a:extLst>
          </p:cNvPr>
          <p:cNvSpPr txBox="1">
            <a:spLocks/>
          </p:cNvSpPr>
          <p:nvPr/>
        </p:nvSpPr>
        <p:spPr>
          <a:xfrm>
            <a:off x="1494695" y="1332037"/>
            <a:ext cx="782515" cy="154305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20000"/>
              </a:lnSpc>
              <a:spcBef>
                <a:spcPts val="45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685800" rtl="0" eaLnBrk="1" latinLnBrk="0" hangingPunct="1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Clr>
                <a:srgbClr val="E87500"/>
              </a:buClr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" indent="-13716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7500"/>
              </a:buClr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" indent="-13716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E87500"/>
              </a:buClr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sz="9600" b="1"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schemeClr val="accent6">
                      <a:lumMod val="75000"/>
                      <a:alpha val="40000"/>
                    </a:schemeClr>
                  </a:outerShdw>
                </a:effectLst>
              </a:rPr>
              <a:t>1</a:t>
            </a:r>
            <a:endParaRPr lang="en-US" sz="9600" b="1" dirty="0">
              <a:solidFill>
                <a:schemeClr val="accent6">
                  <a:lumMod val="40000"/>
                  <a:lumOff val="60000"/>
                </a:schemeClr>
              </a:solidFill>
              <a:effectLst>
                <a:outerShdw blurRad="50800" dist="38100" dir="2700000" algn="tl" rotWithShape="0">
                  <a:schemeClr val="accent6">
                    <a:lumMod val="75000"/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FA6B8C-7FCE-105B-CC05-7074D2049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FONTS &amp; FILE FORMATS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63CE5-CE87-B8E5-8E0B-8A60E85846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3582" y="3465669"/>
            <a:ext cx="8091143" cy="1061829"/>
          </a:xfrm>
        </p:spPr>
        <p:txBody>
          <a:bodyPr/>
          <a:lstStyle/>
          <a:p>
            <a:pPr algn="ctr"/>
            <a:r>
              <a:rPr lang="en-US" dirty="0"/>
              <a:t>Are you creating this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on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your own, </a:t>
            </a:r>
          </a:p>
          <a:p>
            <a:pPr algn="ctr"/>
            <a:r>
              <a:rPr lang="en-US" dirty="0"/>
              <a:t>or is this a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group effort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09903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5C98627-6B74-52B6-D71C-DB4857572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Fonts &amp; File Formats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E49F22-DCE5-ADBD-D11C-BBBBA07497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400" y="1543051"/>
            <a:ext cx="3657600" cy="2743202"/>
          </a:xfrm>
        </p:spPr>
        <p:txBody>
          <a:bodyPr/>
          <a:lstStyle/>
          <a:p>
            <a:pPr>
              <a:buClr>
                <a:schemeClr val="accent6">
                  <a:lumMod val="40000"/>
                  <a:lumOff val="60000"/>
                </a:schemeClr>
              </a:buClr>
            </a:pP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Fonts:</a:t>
            </a:r>
          </a:p>
          <a:p>
            <a:pPr marL="285740" indent="-285740">
              <a:buClr>
                <a:schemeClr val="accent6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/>
              <a:t>Are you co-creating a presentation with others? Across PC’s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and</a:t>
            </a:r>
            <a:r>
              <a:rPr lang="en-US" dirty="0"/>
              <a:t> Mac?</a:t>
            </a:r>
          </a:p>
          <a:p>
            <a:pPr marL="285740" indent="-285740">
              <a:buClr>
                <a:schemeClr val="accent6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/>
              <a:t>Are you distributing the PowerPoint to others?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6D17A-9EAB-3E94-D21D-DE93D2C2460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029200" y="1543051"/>
            <a:ext cx="3657600" cy="2743202"/>
          </a:xfrm>
        </p:spPr>
        <p:txBody>
          <a:bodyPr/>
          <a:lstStyle/>
          <a:p>
            <a:pPr>
              <a:buClr>
                <a:schemeClr val="accent6">
                  <a:lumMod val="40000"/>
                  <a:lumOff val="60000"/>
                </a:schemeClr>
              </a:buClr>
            </a:pP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File Formats:</a:t>
            </a:r>
          </a:p>
          <a:p>
            <a:pPr marL="285740" indent="-285740">
              <a:buClr>
                <a:schemeClr val="accent6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/>
              <a:t>This PowerPoint is designed for </a:t>
            </a:r>
            <a:br>
              <a:rPr lang="en-US" dirty="0"/>
            </a:br>
            <a:r>
              <a:rPr lang="en-US" dirty="0"/>
              <a:t>“On-Screen” at 16:9</a:t>
            </a:r>
            <a:br>
              <a:rPr lang="en-US" dirty="0"/>
            </a:br>
            <a:r>
              <a:rPr lang="en-US" sz="1200" dirty="0">
                <a:solidFill>
                  <a:schemeClr val="bg2"/>
                </a:solidFill>
              </a:rPr>
              <a:t>(Best for presenting in classroom A/V systems) </a:t>
            </a:r>
          </a:p>
          <a:p>
            <a:pPr marL="285740" indent="-285740">
              <a:buClr>
                <a:schemeClr val="accent6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Always save as “PPTX”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sz="1200" dirty="0">
                <a:solidFill>
                  <a:schemeClr val="bg2"/>
                </a:solidFill>
              </a:rPr>
              <a:t>(Best for sharing across Mac and PC,</a:t>
            </a:r>
            <a:br>
              <a:rPr lang="en-US" sz="1200" dirty="0">
                <a:solidFill>
                  <a:schemeClr val="bg2"/>
                </a:solidFill>
              </a:rPr>
            </a:br>
            <a:r>
              <a:rPr lang="en-US" sz="1200" dirty="0">
                <a:solidFill>
                  <a:schemeClr val="bg2"/>
                </a:solidFill>
              </a:rPr>
              <a:t>most up-to-date format as opposed to “PPT”)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068D8E-D60A-DB12-7607-9954CC9DD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dirty="0"/>
              <a:t>UTD PowerPoint Template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227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5C98627-6B74-52B6-D71C-DB4857572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Fonts &amp; File Formats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E49F22-DCE5-ADBD-D11C-BBBBA07497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400" y="1543051"/>
            <a:ext cx="3235568" cy="2743202"/>
          </a:xfrm>
        </p:spPr>
        <p:txBody>
          <a:bodyPr/>
          <a:lstStyle/>
          <a:p>
            <a:pPr>
              <a:buClr>
                <a:schemeClr val="accent6">
                  <a:lumMod val="40000"/>
                  <a:lumOff val="60000"/>
                </a:schemeClr>
              </a:buClr>
            </a:pP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Fonts:</a:t>
            </a:r>
          </a:p>
          <a:p>
            <a:pPr marL="285740" indent="-285740">
              <a:buClr>
                <a:schemeClr val="accent6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Are you co-creating a presentation with others? Across PC’s and Mac?</a:t>
            </a:r>
          </a:p>
          <a:p>
            <a:pPr marL="285740" indent="-285740">
              <a:buClr>
                <a:schemeClr val="accent6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Are you distributing the PowerPoint to others?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6D17A-9EAB-3E94-D21D-DE93D2C2460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94035" y="1543051"/>
            <a:ext cx="3657600" cy="1028699"/>
          </a:xfrm>
        </p:spPr>
        <p:txBody>
          <a:bodyPr/>
          <a:lstStyle/>
          <a:p>
            <a:pPr>
              <a:buClr>
                <a:schemeClr val="accent6">
                  <a:lumMod val="40000"/>
                  <a:lumOff val="60000"/>
                </a:schemeClr>
              </a:buClr>
            </a:pP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YES:</a:t>
            </a:r>
            <a:b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dirty="0"/>
              <a:t>Use fonts compatible on both Mac &amp; PC platforms</a:t>
            </a:r>
            <a:br>
              <a:rPr lang="en-US" dirty="0"/>
            </a:br>
            <a:r>
              <a:rPr lang="en-US" sz="1200" dirty="0">
                <a:solidFill>
                  <a:schemeClr val="bg2"/>
                </a:solidFill>
              </a:rPr>
              <a:t>(Arial, </a:t>
            </a: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</a:t>
            </a:r>
            <a:r>
              <a:rPr lang="en-US" sz="1200" dirty="0">
                <a:solidFill>
                  <a:schemeClr val="bg2"/>
                </a:solidFill>
              </a:rPr>
              <a:t>, </a:t>
            </a:r>
            <a:r>
              <a:rPr lang="en-US" sz="1200" dirty="0">
                <a:solidFill>
                  <a:schemeClr val="bg2"/>
                </a:solidFill>
                <a:latin typeface="Avenir Medium" panose="02000503020000020003" pitchFamily="2" charset="0"/>
              </a:rPr>
              <a:t>Avenir</a:t>
            </a:r>
            <a:r>
              <a:rPr lang="en-US" sz="1200" dirty="0">
                <a:solidFill>
                  <a:schemeClr val="bg2"/>
                </a:solidFill>
              </a:rPr>
              <a:t>, </a:t>
            </a:r>
            <a:r>
              <a:rPr lang="en-US" sz="1200" dirty="0">
                <a:solidFill>
                  <a:schemeClr val="bg2"/>
                </a:solidFill>
                <a:latin typeface="Cambria" panose="02040503050406030204" pitchFamily="18" charset="0"/>
              </a:rPr>
              <a:t>Cambria</a:t>
            </a:r>
            <a:r>
              <a:rPr lang="en-US" sz="1200" dirty="0">
                <a:solidFill>
                  <a:schemeClr val="bg2"/>
                </a:solidFill>
              </a:rPr>
              <a:t>, </a:t>
            </a:r>
            <a:r>
              <a:rPr lang="en-US" sz="1200" dirty="0">
                <a:solidFill>
                  <a:schemeClr val="bg2"/>
                </a:solidFill>
                <a:latin typeface="Century Gothic" panose="020B0502020202020204" pitchFamily="34" charset="0"/>
              </a:rPr>
              <a:t>Century Gothic, +</a:t>
            </a:r>
            <a:r>
              <a:rPr lang="en-US" sz="1200" dirty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068D8E-D60A-DB12-7607-9954CC9DD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dirty="0"/>
              <a:t>UTD PowerPoint Template</a:t>
            </a:r>
          </a:p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C035D9F-C59F-DD02-D131-3C8901CBB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4264268" y="2169583"/>
            <a:ext cx="430823" cy="509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B476EA-BEEE-8B67-85D5-F5F56E11C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273060" y="2679537"/>
            <a:ext cx="457200" cy="408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31B446D-0C6F-43A7-8138-76BA5AE033CD}"/>
              </a:ext>
            </a:extLst>
          </p:cNvPr>
          <p:cNvSpPr txBox="1">
            <a:spLocks/>
          </p:cNvSpPr>
          <p:nvPr/>
        </p:nvSpPr>
        <p:spPr>
          <a:xfrm>
            <a:off x="4994034" y="2927918"/>
            <a:ext cx="3868615" cy="16749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775" rtl="0" eaLnBrk="1" latinLnBrk="0" hangingPunct="1">
              <a:lnSpc>
                <a:spcPct val="120000"/>
              </a:lnSpc>
              <a:spcBef>
                <a:spcPts val="451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685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1"/>
              </a:spcAft>
              <a:buFont typeface="Arial" panose="020B0604020202020204" pitchFamily="34" charset="0"/>
              <a:buChar char="​"/>
              <a:defRPr sz="1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685775" rtl="0" eaLnBrk="1" latinLnBrk="0" hangingPunct="1">
              <a:lnSpc>
                <a:spcPct val="120000"/>
              </a:lnSpc>
              <a:spcBef>
                <a:spcPts val="451"/>
              </a:spcBef>
              <a:spcAft>
                <a:spcPts val="451"/>
              </a:spcAft>
              <a:buClr>
                <a:srgbClr val="E87500"/>
              </a:buClr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55" indent="-137155" algn="l" defTabSz="685775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7500"/>
              </a:buClr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55" indent="-137155" algn="l" defTabSz="685775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Clr>
                <a:srgbClr val="E87500"/>
              </a:buClr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685775" rtl="0" eaLnBrk="1" latinLnBrk="0" hangingPunct="1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0" indent="0" algn="l" defTabSz="685775" rtl="0" eaLnBrk="1" latinLnBrk="0" hangingPunct="1">
              <a:lnSpc>
                <a:spcPct val="100000"/>
              </a:lnSpc>
              <a:spcBef>
                <a:spcPts val="451"/>
              </a:spcBef>
              <a:spcAft>
                <a:spcPts val="451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0" indent="0" algn="l" defTabSz="685775" rtl="0" eaLnBrk="1" latinLnBrk="0" hangingPunct="1">
              <a:lnSpc>
                <a:spcPct val="100000"/>
              </a:lnSpc>
              <a:spcBef>
                <a:spcPts val="451"/>
              </a:spcBef>
              <a:spcAft>
                <a:spcPts val="451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0" indent="0" algn="l" defTabSz="685775" rtl="0" eaLnBrk="1" latinLnBrk="0" hangingPunct="1">
              <a:lnSpc>
                <a:spcPct val="100000"/>
              </a:lnSpc>
              <a:spcBef>
                <a:spcPts val="451"/>
              </a:spcBef>
              <a:spcAft>
                <a:spcPts val="451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buClr>
                <a:srgbClr val="70AD47">
                  <a:lumMod val="40000"/>
                  <a:lumOff val="60000"/>
                </a:srgbClr>
              </a:buClr>
              <a:buFont typeface="Arial" panose="020B0604020202020204" pitchFamily="34" charset="0"/>
              <a:buNone/>
              <a:defRPr/>
            </a:pPr>
            <a:r>
              <a:rPr lang="en-US" sz="2000" b="1" dirty="0">
                <a:solidFill>
                  <a:srgbClr val="70AD47">
                    <a:lumMod val="40000"/>
                    <a:lumOff val="60000"/>
                  </a:srgbClr>
                </a:solidFill>
              </a:rPr>
              <a:t>NO:</a:t>
            </a:r>
            <a:br>
              <a:rPr lang="en-US" sz="2000" b="1" dirty="0">
                <a:solidFill>
                  <a:srgbClr val="70AD47">
                    <a:lumMod val="40000"/>
                    <a:lumOff val="60000"/>
                  </a:srgbClr>
                </a:solidFill>
              </a:rPr>
            </a:br>
            <a:r>
              <a:rPr lang="en-US" dirty="0"/>
              <a:t>Experiment with font options, get creative</a:t>
            </a:r>
          </a:p>
          <a:p>
            <a:pPr marL="171450" indent="-171450">
              <a:lnSpc>
                <a:spcPct val="100000"/>
              </a:lnSpc>
              <a:buClr>
                <a:srgbClr val="70AD47">
                  <a:lumMod val="40000"/>
                  <a:lumOff val="6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bg2"/>
                </a:solidFill>
              </a:rPr>
              <a:t>Try Google Fonts – </a:t>
            </a:r>
            <a:r>
              <a:rPr lang="en-US" sz="1200" dirty="0">
                <a:solidFill>
                  <a:schemeClr val="bg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fonts.google.com</a:t>
            </a:r>
            <a:endParaRPr lang="en-US" sz="1200" dirty="0">
              <a:solidFill>
                <a:schemeClr val="bg2"/>
              </a:solidFill>
            </a:endParaRPr>
          </a:p>
          <a:p>
            <a:pPr marL="171450" indent="-171450">
              <a:lnSpc>
                <a:spcPct val="100000"/>
              </a:lnSpc>
              <a:buClr>
                <a:srgbClr val="70AD47">
                  <a:lumMod val="40000"/>
                  <a:lumOff val="6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bg2"/>
                </a:solidFill>
              </a:rPr>
              <a:t>If you have Adobe Creative Cloud </a:t>
            </a:r>
            <a:r>
              <a:rPr lang="en-US" sz="1200" dirty="0" err="1">
                <a:solidFill>
                  <a:schemeClr val="bg2"/>
                </a:solidFill>
              </a:rPr>
              <a:t>fonts.adobe.com</a:t>
            </a:r>
            <a:endParaRPr lang="en-US" sz="1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055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3441A0BB-DE69-1490-9266-482CE34110FD}"/>
              </a:ext>
            </a:extLst>
          </p:cNvPr>
          <p:cNvSpPr txBox="1">
            <a:spLocks/>
          </p:cNvSpPr>
          <p:nvPr/>
        </p:nvSpPr>
        <p:spPr>
          <a:xfrm>
            <a:off x="1072375" y="1332037"/>
            <a:ext cx="782515" cy="154305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20000"/>
              </a:lnSpc>
              <a:spcBef>
                <a:spcPts val="45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685800" rtl="0" eaLnBrk="1" latinLnBrk="0" hangingPunct="1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Clr>
                <a:srgbClr val="E87500"/>
              </a:buClr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" indent="-13716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7500"/>
              </a:buClr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" indent="-13716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E87500"/>
              </a:buClr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sz="9600" b="1" dirty="0"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schemeClr val="accent6">
                      <a:lumMod val="75000"/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FA6B8C-7FCE-105B-CC05-7074D2049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03" y="1428754"/>
            <a:ext cx="7775100" cy="1668947"/>
          </a:xfrm>
        </p:spPr>
        <p:txBody>
          <a:bodyPr/>
          <a:lstStyle/>
          <a:p>
            <a:r>
              <a:rPr lang="en-US" dirty="0"/>
              <a:t>      Using Master Pages for layout.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63CE5-CE87-B8E5-8E0B-8A60E85846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3582" y="3465669"/>
            <a:ext cx="8091143" cy="1061829"/>
          </a:xfrm>
        </p:spPr>
        <p:txBody>
          <a:bodyPr/>
          <a:lstStyle/>
          <a:p>
            <a:pPr algn="ctr"/>
            <a:r>
              <a:rPr lang="en-US" dirty="0"/>
              <a:t>This template is made for screens with a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16:9 ratio (think HD TV)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</a:p>
          <a:p>
            <a:pPr algn="ctr"/>
            <a:r>
              <a:rPr lang="en-US" dirty="0"/>
              <a:t>with with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15 Layout Options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4538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A9ECBF-8D78-1624-B034-56B3E82EB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459" y="1582969"/>
            <a:ext cx="2349571" cy="819423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FBE9453B-4435-167E-0C08-6DC927E8C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slide uses the “Title Only” layout.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E9F202-03B1-2453-34C7-6003FAACB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685800" y="370639"/>
            <a:ext cx="7772400" cy="338961"/>
          </a:xfrm>
        </p:spPr>
        <p:txBody>
          <a:bodyPr/>
          <a:lstStyle/>
          <a:p>
            <a:r>
              <a:rPr lang="en-US" dirty="0"/>
              <a:t>The University of Texas at Dallas – PowerPoint Template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5EAB1E-0CB7-5EAF-3C0E-5F618FE061B9}"/>
              </a:ext>
            </a:extLst>
          </p:cNvPr>
          <p:cNvSpPr txBox="1"/>
          <p:nvPr/>
        </p:nvSpPr>
        <p:spPr>
          <a:xfrm>
            <a:off x="1309905" y="2629792"/>
            <a:ext cx="2476677" cy="369332"/>
          </a:xfrm>
          <a:prstGeom prst="rect">
            <a:avLst/>
          </a:prstGeom>
          <a:noFill/>
        </p:spPr>
        <p:txBody>
          <a:bodyPr wrap="square" lIns="0" tIns="0" rIns="0" bIns="0" numCol="1" rtlCol="0" anchor="t">
            <a:spAutoFit/>
          </a:bodyPr>
          <a:lstStyle/>
          <a:p>
            <a:pPr marL="182874" lvl="1" indent="-137155">
              <a:spcBef>
                <a:spcPts val="600"/>
              </a:spcBef>
              <a:buClr>
                <a:srgbClr val="E87500"/>
              </a:buClr>
              <a:buFont typeface="Arial,Sans-Serif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/>
                <a:cs typeface="Arial"/>
              </a:rPr>
              <a:t>Any slide can be changed by choosing “Layout” in the toolbar.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80A30C8-73CB-5DE4-ECBB-A44BB82EA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58" y="1601502"/>
            <a:ext cx="3665480" cy="2244171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8D27D12E-7420-508F-4560-0DB2F944A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99776" y="1772563"/>
            <a:ext cx="832059" cy="31156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9B0CD3F-6A17-0E66-A739-68638B6D5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9848" y="1790775"/>
            <a:ext cx="941099" cy="8810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ACF3D8-9006-9EE5-7428-2C48DA0F5B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3958845" y="4024091"/>
            <a:ext cx="3665479" cy="184666"/>
          </a:xfrm>
          <a:prstGeom prst="rect">
            <a:avLst/>
          </a:prstGeom>
          <a:noFill/>
        </p:spPr>
        <p:txBody>
          <a:bodyPr wrap="square" lIns="0" tIns="0" rIns="0" bIns="0" numCol="1" rtlCol="0" anchor="t">
            <a:spAutoFit/>
          </a:bodyPr>
          <a:lstStyle/>
          <a:p>
            <a:pPr marL="182874" lvl="1" indent="-137155">
              <a:spcBef>
                <a:spcPts val="600"/>
              </a:spcBef>
              <a:buClr>
                <a:srgbClr val="E87500"/>
              </a:buClr>
              <a:buFont typeface="Arial,Sans-Serif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/>
                <a:cs typeface="Arial"/>
              </a:rPr>
              <a:t>This example slide uses the “Title Only” Layout</a:t>
            </a:r>
          </a:p>
        </p:txBody>
      </p:sp>
      <p:sp>
        <p:nvSpPr>
          <p:cNvPr id="2" name="Right Bracket 1">
            <a:extLst>
              <a:ext uri="{FF2B5EF4-FFF2-40B4-BE49-F238E27FC236}">
                <a16:creationId xmlns:a16="http://schemas.microsoft.com/office/drawing/2014/main" id="{2984AE06-D31F-3CFB-F221-9D4E49CB4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67496" y="327241"/>
            <a:ext cx="551145" cy="844386"/>
          </a:xfrm>
          <a:prstGeom prst="rightBracke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C375F103-50F5-B0B4-5AD8-EF19145D8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6232510" y="1979978"/>
            <a:ext cx="3366990" cy="905902"/>
          </a:xfrm>
          <a:prstGeom prst="bentConnector2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82F215-CFB4-6366-563B-CF080EA67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endCxn id="2" idx="2"/>
          </p:cNvCxnSpPr>
          <p:nvPr/>
        </p:nvCxnSpPr>
        <p:spPr>
          <a:xfrm flipH="1">
            <a:off x="8218641" y="749434"/>
            <a:ext cx="150314" cy="0"/>
          </a:xfrm>
          <a:prstGeom prst="line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211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BE9453B-4435-167E-0C08-6DC927E8C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edit Master Pages</a:t>
            </a:r>
          </a:p>
        </p:txBody>
      </p:sp>
      <p:pic>
        <p:nvPicPr>
          <p:cNvPr id="2" name="Picture 1" descr="Choose the View menu, then Master, then Slide Master.">
            <a:extLst>
              <a:ext uri="{FF2B5EF4-FFF2-40B4-BE49-F238E27FC236}">
                <a16:creationId xmlns:a16="http://schemas.microsoft.com/office/drawing/2014/main" id="{563F8694-7827-FA26-6633-A70A8B18F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877" y="1522471"/>
            <a:ext cx="4510454" cy="3100937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E9F202-03B1-2453-34C7-6003FAACB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685800" y="370639"/>
            <a:ext cx="7772400" cy="338961"/>
          </a:xfrm>
        </p:spPr>
        <p:txBody>
          <a:bodyPr/>
          <a:lstStyle/>
          <a:p>
            <a:r>
              <a:rPr lang="en-US" dirty="0"/>
              <a:t>The University of Texas at Dallas – PowerPoint Template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5EAB1E-0CB7-5EAF-3C0E-5F618FE061B9}"/>
              </a:ext>
            </a:extLst>
          </p:cNvPr>
          <p:cNvSpPr txBox="1"/>
          <p:nvPr/>
        </p:nvSpPr>
        <p:spPr>
          <a:xfrm>
            <a:off x="5391208" y="1494835"/>
            <a:ext cx="2873562" cy="430887"/>
          </a:xfrm>
          <a:prstGeom prst="rect">
            <a:avLst/>
          </a:prstGeom>
          <a:noFill/>
        </p:spPr>
        <p:txBody>
          <a:bodyPr wrap="square" lIns="0" tIns="0" rIns="0" bIns="0" numCol="1" rtlCol="0" anchor="t">
            <a:spAutoFit/>
          </a:bodyPr>
          <a:lstStyle/>
          <a:p>
            <a:pPr marL="45719" lvl="1">
              <a:spcBef>
                <a:spcPts val="600"/>
              </a:spcBef>
              <a:buClr>
                <a:srgbClr val="E87500"/>
              </a:buClr>
            </a:pPr>
            <a:r>
              <a:rPr lang="en-US" sz="1400" b="1" dirty="0">
                <a:solidFill>
                  <a:srgbClr val="E87500"/>
                </a:solidFill>
                <a:latin typeface="Arial"/>
                <a:cs typeface="Arial"/>
              </a:rPr>
              <a:t>Slide Master </a:t>
            </a:r>
            <a:r>
              <a:rPr lang="en-US" sz="1400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is a set of layouts to use for quick content arrangement.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D27D12E-7420-508F-4560-0DB2F944A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1790" y="1470150"/>
            <a:ext cx="832059" cy="31156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9B0CD3F-6A17-0E66-A739-68638B6D5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99497" y="3765385"/>
            <a:ext cx="1472503" cy="44051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ACF3D8-9006-9EE5-7428-2C48DA0F5B6A}"/>
              </a:ext>
            </a:extLst>
          </p:cNvPr>
          <p:cNvSpPr txBox="1"/>
          <p:nvPr/>
        </p:nvSpPr>
        <p:spPr>
          <a:xfrm>
            <a:off x="5391206" y="2173081"/>
            <a:ext cx="3357139" cy="1654299"/>
          </a:xfrm>
          <a:prstGeom prst="rect">
            <a:avLst/>
          </a:prstGeom>
          <a:noFill/>
        </p:spPr>
        <p:txBody>
          <a:bodyPr wrap="square" lIns="0" tIns="0" rIns="0" bIns="0" numCol="1" rtlCol="0" anchor="t">
            <a:spAutoFit/>
          </a:bodyPr>
          <a:lstStyle/>
          <a:p>
            <a:pPr marL="182874" lvl="1" indent="-137155">
              <a:spcBef>
                <a:spcPts val="600"/>
              </a:spcBef>
              <a:buClr>
                <a:schemeClr val="accent6">
                  <a:lumMod val="40000"/>
                  <a:lumOff val="60000"/>
                </a:schemeClr>
              </a:buClr>
              <a:buFont typeface="Arial,Sans-Serif"/>
              <a:buChar char="•"/>
            </a:pPr>
            <a:r>
              <a:rPr lang="en-US" sz="1250" dirty="0">
                <a:solidFill>
                  <a:schemeClr val="bg1"/>
                </a:solidFill>
                <a:latin typeface="Arial"/>
                <a:cs typeface="Arial"/>
              </a:rPr>
              <a:t>Main base layout  for font and color styling</a:t>
            </a:r>
          </a:p>
          <a:p>
            <a:pPr marL="182874" lvl="1" indent="-137155">
              <a:spcBef>
                <a:spcPts val="600"/>
              </a:spcBef>
              <a:buClr>
                <a:schemeClr val="accent6">
                  <a:lumMod val="40000"/>
                  <a:lumOff val="60000"/>
                </a:schemeClr>
              </a:buClr>
              <a:buFont typeface="Arial,Sans-Serif"/>
              <a:buChar char="•"/>
            </a:pPr>
            <a:r>
              <a:rPr lang="en-US" sz="1250" dirty="0">
                <a:solidFill>
                  <a:schemeClr val="bg1"/>
                </a:solidFill>
                <a:latin typeface="Arial"/>
                <a:cs typeface="Arial"/>
              </a:rPr>
              <a:t>Can create additional layouts for specific </a:t>
            </a:r>
            <a:br>
              <a:rPr lang="en-US" sz="1250" dirty="0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en-US" sz="1250" dirty="0">
                <a:solidFill>
                  <a:schemeClr val="bg1"/>
                </a:solidFill>
                <a:latin typeface="Arial"/>
                <a:cs typeface="Arial"/>
              </a:rPr>
              <a:t>slide needs.</a:t>
            </a:r>
          </a:p>
          <a:p>
            <a:pPr marL="182874" lvl="1" indent="-137155">
              <a:spcBef>
                <a:spcPts val="600"/>
              </a:spcBef>
              <a:buClr>
                <a:schemeClr val="accent6">
                  <a:lumMod val="40000"/>
                  <a:lumOff val="60000"/>
                </a:schemeClr>
              </a:buClr>
              <a:buFont typeface="Arial,Sans-Serif"/>
              <a:buChar char="•"/>
            </a:pPr>
            <a:r>
              <a:rPr lang="en-US" sz="1250" dirty="0">
                <a:solidFill>
                  <a:schemeClr val="bg1"/>
                </a:solidFill>
                <a:latin typeface="Arial"/>
                <a:cs typeface="Arial"/>
              </a:rPr>
              <a:t>Use for quick content layouts</a:t>
            </a:r>
          </a:p>
          <a:p>
            <a:pPr marL="182874" lvl="1" indent="-137155">
              <a:spcBef>
                <a:spcPts val="600"/>
              </a:spcBef>
              <a:buClr>
                <a:schemeClr val="accent6">
                  <a:lumMod val="40000"/>
                  <a:lumOff val="60000"/>
                </a:schemeClr>
              </a:buClr>
              <a:buFont typeface="Arial,Sans-Serif"/>
              <a:buChar char="•"/>
            </a:pPr>
            <a:r>
              <a:rPr lang="en-US" sz="1250" dirty="0">
                <a:solidFill>
                  <a:schemeClr val="bg1"/>
                </a:solidFill>
                <a:latin typeface="Arial"/>
                <a:cs typeface="Arial"/>
              </a:rPr>
              <a:t>Change them to customize </a:t>
            </a:r>
            <a:br>
              <a:rPr lang="en-US" sz="1250" dirty="0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en-US" sz="1250" dirty="0">
                <a:solidFill>
                  <a:schemeClr val="bg1"/>
                </a:solidFill>
                <a:latin typeface="Arial"/>
                <a:cs typeface="Arial"/>
              </a:rPr>
              <a:t>the way you would like</a:t>
            </a:r>
          </a:p>
          <a:p>
            <a:pPr marL="182874" lvl="1" indent="-137155">
              <a:spcBef>
                <a:spcPts val="600"/>
              </a:spcBef>
              <a:buClr>
                <a:schemeClr val="accent6">
                  <a:lumMod val="40000"/>
                  <a:lumOff val="60000"/>
                </a:schemeClr>
              </a:buClr>
              <a:buFont typeface="Arial,Sans-Serif"/>
              <a:buChar char="•"/>
            </a:pPr>
            <a:r>
              <a:rPr lang="en-US" sz="1250" dirty="0">
                <a:solidFill>
                  <a:schemeClr val="bg1"/>
                </a:solidFill>
                <a:latin typeface="Arial"/>
                <a:cs typeface="Arial"/>
              </a:rPr>
              <a:t>Use to quickly layout your content</a:t>
            </a:r>
          </a:p>
        </p:txBody>
      </p:sp>
    </p:spTree>
    <p:extLst>
      <p:ext uri="{BB962C8B-B14F-4D97-AF65-F5344CB8AC3E}">
        <p14:creationId xmlns:p14="http://schemas.microsoft.com/office/powerpoint/2010/main" val="366030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5F53B19-69D6-E309-1B53-F06D104AE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863" y="1212775"/>
            <a:ext cx="5301600" cy="3560086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FBE9453B-4435-167E-0C08-6DC927E8C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edit Master Pages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E9F202-03B1-2453-34C7-6003FAACB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685800" y="370639"/>
            <a:ext cx="7772400" cy="338961"/>
          </a:xfrm>
        </p:spPr>
        <p:txBody>
          <a:bodyPr/>
          <a:lstStyle/>
          <a:p>
            <a:r>
              <a:rPr lang="en-US" dirty="0"/>
              <a:t>The University of Texas at Dallas – PowerPoint Template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5EAB1E-0CB7-5EAF-3C0E-5F618FE061B9}"/>
              </a:ext>
            </a:extLst>
          </p:cNvPr>
          <p:cNvSpPr txBox="1"/>
          <p:nvPr/>
        </p:nvSpPr>
        <p:spPr>
          <a:xfrm>
            <a:off x="6810114" y="1401680"/>
            <a:ext cx="2873562" cy="215444"/>
          </a:xfrm>
          <a:prstGeom prst="rect">
            <a:avLst/>
          </a:prstGeom>
          <a:noFill/>
        </p:spPr>
        <p:txBody>
          <a:bodyPr wrap="square" lIns="0" tIns="0" rIns="0" bIns="0" numCol="1" rtlCol="0" anchor="t">
            <a:spAutoFit/>
          </a:bodyPr>
          <a:lstStyle/>
          <a:p>
            <a:pPr marL="45719" lvl="1">
              <a:spcBef>
                <a:spcPts val="600"/>
              </a:spcBef>
              <a:buClr>
                <a:srgbClr val="E87500"/>
              </a:buClr>
            </a:pPr>
            <a:r>
              <a:rPr lang="en-US" sz="1400" b="1" dirty="0">
                <a:solidFill>
                  <a:srgbClr val="E87500"/>
                </a:solidFill>
                <a:latin typeface="Arial"/>
                <a:cs typeface="Arial"/>
              </a:rPr>
              <a:t>Slide Master Toolbar</a:t>
            </a:r>
            <a:endParaRPr lang="en-US" sz="1400" dirty="0">
              <a:solidFill>
                <a:schemeClr val="accent6">
                  <a:lumMod val="40000"/>
                  <a:lumOff val="6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D27D12E-7420-508F-4560-0DB2F944A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5227" y="1061072"/>
            <a:ext cx="5432251" cy="100910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9B0CD3F-6A17-0E66-A739-68638B6D5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7863" y="2021942"/>
            <a:ext cx="1421704" cy="27991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ACF3D8-9006-9EE5-7428-2C48DA0F5B6A}"/>
              </a:ext>
            </a:extLst>
          </p:cNvPr>
          <p:cNvSpPr txBox="1"/>
          <p:nvPr/>
        </p:nvSpPr>
        <p:spPr>
          <a:xfrm>
            <a:off x="3537735" y="3049228"/>
            <a:ext cx="4227699" cy="461665"/>
          </a:xfrm>
          <a:prstGeom prst="rect">
            <a:avLst/>
          </a:prstGeom>
          <a:noFill/>
        </p:spPr>
        <p:txBody>
          <a:bodyPr wrap="square" lIns="0" tIns="0" rIns="0" bIns="0" numCol="1" rtlCol="0" anchor="t">
            <a:spAutoFit/>
          </a:bodyPr>
          <a:lstStyle/>
          <a:p>
            <a:pPr marL="182874" lvl="1" indent="-137155">
              <a:spcBef>
                <a:spcPts val="600"/>
              </a:spcBef>
              <a:buClr>
                <a:schemeClr val="accent6">
                  <a:lumMod val="40000"/>
                  <a:lumOff val="60000"/>
                </a:schemeClr>
              </a:buClr>
              <a:buFont typeface="Arial,Sans-Serif"/>
              <a:buChar char="•"/>
            </a:pPr>
            <a:r>
              <a:rPr lang="en-US" sz="1250" dirty="0">
                <a:solidFill>
                  <a:schemeClr val="bg1"/>
                </a:solidFill>
                <a:latin typeface="Arial"/>
                <a:cs typeface="Arial"/>
              </a:rPr>
              <a:t>Think of these as “Templates” to be use multiple times</a:t>
            </a:r>
          </a:p>
          <a:p>
            <a:pPr marL="182874" lvl="1" indent="-137155">
              <a:spcBef>
                <a:spcPts val="600"/>
              </a:spcBef>
              <a:buClr>
                <a:schemeClr val="accent6">
                  <a:lumMod val="40000"/>
                  <a:lumOff val="60000"/>
                </a:schemeClr>
              </a:buClr>
              <a:buFont typeface="Arial,Sans-Serif"/>
              <a:buChar char="•"/>
            </a:pPr>
            <a:r>
              <a:rPr lang="en-US" sz="1250" dirty="0">
                <a:solidFill>
                  <a:schemeClr val="bg1"/>
                </a:solidFill>
                <a:latin typeface="Arial"/>
                <a:cs typeface="Arial"/>
              </a:rPr>
              <a:t>Can modify and create additional layouts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47E106-BBF7-419C-D5AC-6814A56DC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106912" y="2818345"/>
            <a:ext cx="430823" cy="509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A9DA2-AF1D-6EC8-2736-37CAEA2D0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15704" y="3328299"/>
            <a:ext cx="457200" cy="408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296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3441A0BB-DE69-1490-9266-482CE34110FD}"/>
              </a:ext>
            </a:extLst>
          </p:cNvPr>
          <p:cNvSpPr txBox="1">
            <a:spLocks/>
          </p:cNvSpPr>
          <p:nvPr/>
        </p:nvSpPr>
        <p:spPr>
          <a:xfrm>
            <a:off x="1837595" y="1332037"/>
            <a:ext cx="782515" cy="154305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20000"/>
              </a:lnSpc>
              <a:spcBef>
                <a:spcPts val="45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685800" rtl="0" eaLnBrk="1" latinLnBrk="0" hangingPunct="1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Clr>
                <a:srgbClr val="E87500"/>
              </a:buClr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" indent="-13716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7500"/>
              </a:buClr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" indent="-13716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E87500"/>
              </a:buClr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sz="9600" b="1" dirty="0"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schemeClr val="accent6">
                      <a:lumMod val="75000"/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FA6B8C-7FCE-105B-CC05-7074D2049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Charts &amp; Adding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63CE5-CE87-B8E5-8E0B-8A60E85846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3582" y="3465669"/>
            <a:ext cx="8091143" cy="1061829"/>
          </a:xfrm>
        </p:spPr>
        <p:txBody>
          <a:bodyPr/>
          <a:lstStyle/>
          <a:p>
            <a:pPr algn="ctr"/>
            <a:r>
              <a:rPr lang="en-US" dirty="0"/>
              <a:t>Charts are here for color reference.</a:t>
            </a:r>
          </a:p>
        </p:txBody>
      </p:sp>
    </p:spTree>
    <p:extLst>
      <p:ext uri="{BB962C8B-B14F-4D97-AF65-F5344CB8AC3E}">
        <p14:creationId xmlns:p14="http://schemas.microsoft.com/office/powerpoint/2010/main" val="523290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E9F202-03B1-2453-34C7-6003FAACB3A6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dirty="0"/>
              <a:t>Choose this layout for independent content area.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BE9453B-4435-167E-0C08-6DC927E8C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“Charts”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5EAB1E-0CB7-5EAF-3C0E-5F618FE061B9}"/>
              </a:ext>
            </a:extLst>
          </p:cNvPr>
          <p:cNvSpPr txBox="1"/>
          <p:nvPr/>
        </p:nvSpPr>
        <p:spPr>
          <a:xfrm>
            <a:off x="1468383" y="1421774"/>
            <a:ext cx="5963907" cy="184666"/>
          </a:xfrm>
          <a:prstGeom prst="rect">
            <a:avLst/>
          </a:prstGeom>
          <a:noFill/>
        </p:spPr>
        <p:txBody>
          <a:bodyPr wrap="square" lIns="0" tIns="0" rIns="0" bIns="0" numCol="1" rtlCol="0" anchor="t">
            <a:spAutoFit/>
          </a:bodyPr>
          <a:lstStyle/>
          <a:p>
            <a:pPr marL="0" lvl="1" indent="-137155">
              <a:buClr>
                <a:srgbClr val="E87500"/>
              </a:buClr>
              <a:buFont typeface="Arial,Sans-Serif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/>
                <a:cs typeface="Arial"/>
              </a:rPr>
              <a:t>Chart Example.</a:t>
            </a:r>
          </a:p>
        </p:txBody>
      </p:sp>
      <p:graphicFrame>
        <p:nvGraphicFramePr>
          <p:cNvPr id="4" name="Chart 2">
            <a:extLst>
              <a:ext uri="{FF2B5EF4-FFF2-40B4-BE49-F238E27FC236}">
                <a16:creationId xmlns:a16="http://schemas.microsoft.com/office/drawing/2014/main" id="{6CECC20D-B16C-2390-245E-22EAEB69D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6438683"/>
              </p:ext>
            </p:extLst>
          </p:nvPr>
        </p:nvGraphicFramePr>
        <p:xfrm>
          <a:off x="1633654" y="1734425"/>
          <a:ext cx="5843239" cy="2488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48A6E-0678-B686-D983-8B233F1009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60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E313C1-39B6-1EBC-5953-171F25620E86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1F5D0E-2D0E-6C3B-3A1E-2F4F77D86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9" name="Chart Placeholder 8">
            <a:extLst>
              <a:ext uri="{FF2B5EF4-FFF2-40B4-BE49-F238E27FC236}">
                <a16:creationId xmlns:a16="http://schemas.microsoft.com/office/drawing/2014/main" id="{32BE8AE8-2B5B-E1FA-E787-65DCB34BB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type="chart" sz="quarter" idx="29"/>
            <p:extLst>
              <p:ext uri="{D42A27DB-BD31-4B8C-83A1-F6EECF244321}">
                <p14:modId xmlns:p14="http://schemas.microsoft.com/office/powerpoint/2010/main" val="1656778457"/>
              </p:ext>
            </p:extLst>
          </p:nvPr>
        </p:nvGraphicFramePr>
        <p:xfrm>
          <a:off x="685800" y="1378116"/>
          <a:ext cx="7772400" cy="3165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630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AB9D4B-31CF-3CAA-AB58-D36186E619AE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dirty="0"/>
              <a:t>Choose this layout for independent content area.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CCDE4F6-95CB-1E87-DB4E-BA5133662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“Charts” Layout</a:t>
            </a:r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E0712905-08BF-7115-DC3B-A96667B00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0031784"/>
              </p:ext>
            </p:extLst>
          </p:nvPr>
        </p:nvGraphicFramePr>
        <p:xfrm>
          <a:off x="1161358" y="1474326"/>
          <a:ext cx="6767895" cy="3073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6D8658-F34C-18D3-EDCD-6E6627ACB3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62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3441A0BB-DE69-1490-9266-482CE34110FD}"/>
              </a:ext>
            </a:extLst>
          </p:cNvPr>
          <p:cNvSpPr txBox="1">
            <a:spLocks/>
          </p:cNvSpPr>
          <p:nvPr/>
        </p:nvSpPr>
        <p:spPr>
          <a:xfrm>
            <a:off x="1696917" y="1332037"/>
            <a:ext cx="782515" cy="154305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20000"/>
              </a:lnSpc>
              <a:spcBef>
                <a:spcPts val="45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685800" rtl="0" eaLnBrk="1" latinLnBrk="0" hangingPunct="1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Clr>
                <a:srgbClr val="E87500"/>
              </a:buClr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" indent="-13716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7500"/>
              </a:buClr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" indent="-13716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E87500"/>
              </a:buClr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​"/>
              <a:defRPr sz="11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sz="9600" b="1" dirty="0"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schemeClr val="accent6">
                      <a:lumMod val="75000"/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FA6B8C-7FCE-105B-CC05-7074D2049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Graphics &amp; UTD Logos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63CE5-CE87-B8E5-8E0B-8A60E85846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3582" y="3465669"/>
            <a:ext cx="8091143" cy="1061829"/>
          </a:xfrm>
        </p:spPr>
        <p:txBody>
          <a:bodyPr/>
          <a:lstStyle/>
          <a:p>
            <a:pPr algn="ctr"/>
            <a:r>
              <a:rPr lang="en-US" dirty="0"/>
              <a:t>Using Graphics and UTD Logos.</a:t>
            </a:r>
          </a:p>
        </p:txBody>
      </p:sp>
    </p:spTree>
    <p:extLst>
      <p:ext uri="{BB962C8B-B14F-4D97-AF65-F5344CB8AC3E}">
        <p14:creationId xmlns:p14="http://schemas.microsoft.com/office/powerpoint/2010/main" val="3908348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phic 29" descr="Examples of UTD logos in four different configurations.">
            <a:extLst>
              <a:ext uri="{FF2B5EF4-FFF2-40B4-BE49-F238E27FC236}">
                <a16:creationId xmlns:a16="http://schemas.microsoft.com/office/drawing/2014/main" id="{10E1D4FE-ED8A-79B7-1DE0-C5CB41015B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6951" y="898179"/>
            <a:ext cx="4610100" cy="22606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F10EA9C-18DC-3B12-F988-62460A709713}"/>
              </a:ext>
            </a:extLst>
          </p:cNvPr>
          <p:cNvSpPr txBox="1"/>
          <p:nvPr/>
        </p:nvSpPr>
        <p:spPr>
          <a:xfrm>
            <a:off x="3103501" y="3614866"/>
            <a:ext cx="2756793" cy="9029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/>
                </a:solidFill>
              </a:rPr>
              <a:t>UTD logos are here as one image. </a:t>
            </a:r>
          </a:p>
          <a:p>
            <a:pPr marL="137155" indent="-137155">
              <a:lnSpc>
                <a:spcPct val="120000"/>
              </a:lnSpc>
              <a:buClr>
                <a:schemeClr val="accent6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Crop to choose your style. </a:t>
            </a:r>
          </a:p>
          <a:p>
            <a:pPr marL="137155" indent="-137155">
              <a:lnSpc>
                <a:spcPct val="120000"/>
              </a:lnSpc>
              <a:buClr>
                <a:schemeClr val="accent6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Can change color and transparency </a:t>
            </a:r>
            <a:r>
              <a:rPr lang="en-US" sz="1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(available when using .</a:t>
            </a:r>
            <a:r>
              <a:rPr lang="en-US" sz="1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svg</a:t>
            </a:r>
            <a:r>
              <a:rPr lang="en-US" sz="1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file formats only)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CF621B7-5291-8C98-AD0A-4809E0CBA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041215" y="3379525"/>
            <a:ext cx="6881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689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C153784-BDBF-B260-7CCD-DA1EFCD70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print"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75" b="29620"/>
          <a:stretch/>
        </p:blipFill>
        <p:spPr>
          <a:xfrm>
            <a:off x="20" y="10"/>
            <a:ext cx="9143980" cy="1296434"/>
          </a:xfrm>
          <a:noFill/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E31E686-0C71-1F0F-D3D4-B1DCD263F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55" y="1428754"/>
            <a:ext cx="7781756" cy="1668947"/>
          </a:xfrm>
        </p:spPr>
        <p:txBody>
          <a:bodyPr anchor="ctr">
            <a:normAutofit/>
          </a:bodyPr>
          <a:lstStyle/>
          <a:p>
            <a:r>
              <a:rPr lang="en-US" dirty="0"/>
              <a:t>Adding images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6E9B364-90C5-EA52-7E22-A0D88BDA7F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4708" y="3465668"/>
            <a:ext cx="7783445" cy="106182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012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63A494-2100-0A72-D219-91831F1A1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55" y="1294845"/>
            <a:ext cx="7781756" cy="1928916"/>
          </a:xfrm>
        </p:spPr>
        <p:txBody>
          <a:bodyPr vert="horz" lIns="274320" tIns="274320" rIns="274320" bIns="274320" rtlCol="0" anchor="ctr">
            <a:normAutofit/>
          </a:bodyPr>
          <a:lstStyle/>
          <a:p>
            <a:r>
              <a:rPr lang="en-US" dirty="0"/>
              <a:t>Thank you for listening.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32205-7777-D4DC-190E-8E417B68EA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63224" y="3471932"/>
            <a:ext cx="2688530" cy="417400"/>
          </a:xfrm>
        </p:spPr>
        <p:txBody>
          <a:bodyPr/>
          <a:lstStyle/>
          <a:p>
            <a:r>
              <a:rPr lang="en-US" dirty="0">
                <a:solidFill>
                  <a:srgbClr val="E2F0D9"/>
                </a:solidFill>
              </a:rPr>
              <a:t>Hope these templates help!</a:t>
            </a:r>
          </a:p>
        </p:txBody>
      </p:sp>
    </p:spTree>
    <p:extLst>
      <p:ext uri="{BB962C8B-B14F-4D97-AF65-F5344CB8AC3E}">
        <p14:creationId xmlns:p14="http://schemas.microsoft.com/office/powerpoint/2010/main" val="3280194997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Master">
  <a:themeElements>
    <a:clrScheme name="UTD Colors 2023">
      <a:dk1>
        <a:srgbClr val="E87400"/>
      </a:dk1>
      <a:lt1>
        <a:srgbClr val="FFFFFF"/>
      </a:lt1>
      <a:dk2>
        <a:srgbClr val="124633"/>
      </a:dk2>
      <a:lt2>
        <a:srgbClr val="FFFFFF"/>
      </a:lt2>
      <a:accent1>
        <a:srgbClr val="E87400"/>
      </a:accent1>
      <a:accent2>
        <a:srgbClr val="124634"/>
      </a:accent2>
      <a:accent3>
        <a:srgbClr val="5EDFB6"/>
      </a:accent3>
      <a:accent4>
        <a:srgbClr val="FFC000"/>
      </a:accent4>
      <a:accent5>
        <a:srgbClr val="5B9BD5"/>
      </a:accent5>
      <a:accent6>
        <a:srgbClr val="70AD47"/>
      </a:accent6>
      <a:hlink>
        <a:srgbClr val="E87400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wrap="none" lIns="228600" tIns="228600" rIns="228600" bIns="228600" rtlCol="0" anchor="ctr">
        <a:noAutofit/>
      </a:bodyPr>
      <a:lstStyle>
        <a:defPPr algn="ctr">
          <a:defRPr sz="1400" dirty="0" smtClean="0">
            <a:solidFill>
              <a:schemeClr val="bg1"/>
            </a:solidFill>
            <a:latin typeface="Franklin Gothic Demi Cond" panose="020B07060304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20000"/>
          </a:lnSpc>
          <a:defRPr sz="14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UTD-Template-Gradient.potx" id="{11F6D10D-CFAE-5949-A97F-E7768E0D1109}" vid="{549D6723-5F26-434F-B613-B2AB4A788C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14188</TotalTime>
  <Words>505</Words>
  <Application>Microsoft Macintosh PowerPoint</Application>
  <PresentationFormat>On-screen Show (16:9)</PresentationFormat>
  <Paragraphs>82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Arial,Sans-Serif</vt:lpstr>
      <vt:lpstr>Avenir Medium</vt:lpstr>
      <vt:lpstr>Calibri</vt:lpstr>
      <vt:lpstr>Cambria</vt:lpstr>
      <vt:lpstr>Century Gothic</vt:lpstr>
      <vt:lpstr>Franklin Gothic Demi Cond</vt:lpstr>
      <vt:lpstr>Times New Roman</vt:lpstr>
      <vt:lpstr>Slide Master</vt:lpstr>
      <vt:lpstr>PowerPoint Presentation</vt:lpstr>
      <vt:lpstr>Basic “How to” on Using This Template</vt:lpstr>
      <vt:lpstr>      FONTS &amp; FILE FORMATS</vt:lpstr>
      <vt:lpstr>Fonts &amp; File Formats</vt:lpstr>
      <vt:lpstr>Fonts &amp; File Formats</vt:lpstr>
      <vt:lpstr>      Using Master Pages for layout.</vt:lpstr>
      <vt:lpstr>This slide uses the “Title Only” layout.</vt:lpstr>
      <vt:lpstr>How to edit Master Pages</vt:lpstr>
      <vt:lpstr>How to edit Master Pages</vt:lpstr>
      <vt:lpstr>      Charts &amp; Adding Data</vt:lpstr>
      <vt:lpstr>Layout “Charts”</vt:lpstr>
      <vt:lpstr>PowerPoint Presentation</vt:lpstr>
      <vt:lpstr>Additional “Charts” Layout</vt:lpstr>
      <vt:lpstr>      Graphics &amp; UTD Logos</vt:lpstr>
      <vt:lpstr>PowerPoint Presentation</vt:lpstr>
      <vt:lpstr>Adding images</vt:lpstr>
      <vt:lpstr>Thank you for listening.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Patra, Rittik</cp:lastModifiedBy>
  <cp:revision>37</cp:revision>
  <dcterms:created xsi:type="dcterms:W3CDTF">2023-06-01T16:04:07Z</dcterms:created>
  <dcterms:modified xsi:type="dcterms:W3CDTF">2026-09-18T17:27:39Z</dcterms:modified>
</cp:coreProperties>
</file>