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drawings/drawing1.xml" ContentType="application/vnd.openxmlformats-officedocument.drawingml.chartshapes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7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3.xml" ContentType="application/vnd.openxmlformats-officedocument.presentationml.notesSlide+xml"/>
  <Override PartName="/ppt/charts/chart8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301" r:id="rId2"/>
    <p:sldId id="258" r:id="rId3"/>
    <p:sldId id="296" r:id="rId4"/>
    <p:sldId id="264" r:id="rId5"/>
    <p:sldId id="265" r:id="rId6"/>
    <p:sldId id="281" r:id="rId7"/>
    <p:sldId id="271" r:id="rId8"/>
    <p:sldId id="272" r:id="rId9"/>
    <p:sldId id="284" r:id="rId10"/>
    <p:sldId id="280" r:id="rId11"/>
    <p:sldId id="279" r:id="rId12"/>
    <p:sldId id="285" r:id="rId13"/>
    <p:sldId id="299" r:id="rId14"/>
    <p:sldId id="286" r:id="rId15"/>
    <p:sldId id="297" r:id="rId16"/>
    <p:sldId id="298" r:id="rId17"/>
    <p:sldId id="283" r:id="rId18"/>
    <p:sldId id="300" r:id="rId19"/>
    <p:sldId id="287" r:id="rId20"/>
    <p:sldId id="28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7A37"/>
    <a:srgbClr val="78C8AE"/>
    <a:srgbClr val="305142"/>
    <a:srgbClr val="C95C3A"/>
    <a:srgbClr val="E87500"/>
    <a:srgbClr val="CEC9B5"/>
    <a:srgbClr val="69685B"/>
    <a:srgbClr val="FE12ED"/>
    <a:srgbClr val="66AF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40" autoAdjust="0"/>
    <p:restoredTop sz="86364" autoAdjust="0"/>
  </p:normalViewPr>
  <p:slideViewPr>
    <p:cSldViewPr snapToGrid="0" snapToObjects="1">
      <p:cViewPr varScale="1">
        <p:scale>
          <a:sx n="99" d="100"/>
          <a:sy n="99" d="100"/>
        </p:scale>
        <p:origin x="872" y="184"/>
      </p:cViewPr>
      <p:guideLst/>
    </p:cSldViewPr>
  </p:slideViewPr>
  <p:outlineViewPr>
    <p:cViewPr>
      <p:scale>
        <a:sx n="33" d="100"/>
        <a:sy n="33" d="100"/>
      </p:scale>
      <p:origin x="0" y="-2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 snapToObjects="1">
      <p:cViewPr varScale="1">
        <p:scale>
          <a:sx n="106" d="100"/>
          <a:sy n="106" d="100"/>
        </p:scale>
        <p:origin x="3216" y="1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>
                    <a:solidFill>
                      <a:schemeClr val="bg1"/>
                    </a:solidFill>
                    <a:latin typeface="+mn-l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EC-8347-900B-1A82914C85B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>
                    <a:solidFill>
                      <a:schemeClr val="bg1"/>
                    </a:solidFill>
                    <a:latin typeface="+mn-l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EC-8347-900B-1A82914C85B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tx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0-8F79-5140-9677-9C7278DCECB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>
                    <a:solidFill>
                      <a:schemeClr val="bg1"/>
                    </a:solidFill>
                    <a:latin typeface="+mn-l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3EC-8347-900B-1A82914C85B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>
                    <a:solidFill>
                      <a:schemeClr val="tx1"/>
                    </a:solidFill>
                    <a:latin typeface="+mn-l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3EC-8347-900B-1A82914C85B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chemeClr val="accent5">
                <a:lumMod val="75000"/>
                <a:lumOff val="25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>
                    <a:solidFill>
                      <a:schemeClr val="bg1"/>
                    </a:solidFill>
                    <a:latin typeface="+mn-l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3EC-8347-900B-1A82914C85BE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solidFill>
              <a:schemeClr val="accent6"/>
            </a:solidFill>
            <a:ln>
              <a:solidFill>
                <a:schemeClr val="accent6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>
                    <a:solidFill>
                      <a:schemeClr val="tx1"/>
                    </a:solidFill>
                    <a:latin typeface="+mn-l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3EC-8347-900B-1A82914C85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50"/>
        <c:axId val="96560640"/>
        <c:axId val="96562176"/>
      </c:barChart>
      <c:catAx>
        <c:axId val="9656064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57150">
            <a:solidFill>
              <a:schemeClr val="tx2"/>
            </a:solidFill>
            <a:bevel/>
          </a:ln>
        </c:spPr>
        <c:crossAx val="96562176"/>
        <c:crosses val="autoZero"/>
        <c:auto val="1"/>
        <c:lblAlgn val="ctr"/>
        <c:lblOffset val="100"/>
        <c:noMultiLvlLbl val="0"/>
      </c:catAx>
      <c:valAx>
        <c:axId val="96562176"/>
        <c:scaling>
          <c:orientation val="minMax"/>
        </c:scaling>
        <c:delete val="0"/>
        <c:axPos val="l"/>
        <c:majorGridlines>
          <c:spPr>
            <a:ln>
              <a:solidFill>
                <a:schemeClr val="bg2">
                  <a:lumMod val="90000"/>
                </a:schemeClr>
              </a:solidFill>
            </a:ln>
          </c:spPr>
        </c:majorGridlines>
        <c:numFmt formatCode="General" sourceLinked="1"/>
        <c:majorTickMark val="in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en-US"/>
          </a:p>
        </c:txPr>
        <c:crossAx val="96560640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800">
              <a:solidFill>
                <a:schemeClr val="tx1"/>
              </a:solidFill>
              <a:latin typeface="+mj-lt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500">
          <a:solidFill>
            <a:schemeClr val="tx2"/>
          </a:solidFill>
          <a:latin typeface="Franklin Gothic Demi Cond" panose="020B0706030402020204" pitchFamily="34" charset="0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C95C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</c:v>
                </c:pt>
                <c:pt idx="1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FE-FD44-8219-E6A8DFD910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2.5</c:v>
                </c:pt>
                <c:pt idx="1">
                  <c:v>4.4000000000000004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CFE-FD44-8219-E6A8DFD9101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3.5</c:v>
                </c:pt>
                <c:pt idx="1">
                  <c:v>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CFE-FD44-8219-E6A8DFD9101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4.5</c:v>
                </c:pt>
                <c:pt idx="1">
                  <c:v>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CFE-FD44-8219-E6A8DFD9101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chemeClr val="accent5">
                <a:lumMod val="75000"/>
                <a:lumOff val="25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3.1</c:v>
                </c:pt>
                <c:pt idx="1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CFE-FD44-8219-E6A8DFD91015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solidFill>
              <a:schemeClr val="accent6"/>
            </a:solidFill>
            <a:ln>
              <a:solidFill>
                <a:schemeClr val="accent6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1.2</c:v>
                </c:pt>
                <c:pt idx="1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CFE-FD44-8219-E6A8DFD9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50"/>
        <c:axId val="96034816"/>
        <c:axId val="96036352"/>
      </c:barChart>
      <c:catAx>
        <c:axId val="9603481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57150">
            <a:solidFill>
              <a:schemeClr val="tx2"/>
            </a:solidFill>
            <a:bevel/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en-US"/>
          </a:p>
        </c:txPr>
        <c:crossAx val="96036352"/>
        <c:crosses val="autoZero"/>
        <c:auto val="1"/>
        <c:lblAlgn val="ctr"/>
        <c:lblOffset val="100"/>
        <c:noMultiLvlLbl val="0"/>
      </c:catAx>
      <c:valAx>
        <c:axId val="96036352"/>
        <c:scaling>
          <c:orientation val="minMax"/>
        </c:scaling>
        <c:delete val="0"/>
        <c:axPos val="l"/>
        <c:majorGridlines>
          <c:spPr>
            <a:ln>
              <a:solidFill>
                <a:schemeClr val="bg2">
                  <a:lumMod val="90000"/>
                </a:schemeClr>
              </a:solidFill>
            </a:ln>
          </c:spPr>
        </c:majorGridlines>
        <c:numFmt formatCode="General" sourceLinked="1"/>
        <c:majorTickMark val="in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en-US"/>
          </a:p>
        </c:txPr>
        <c:crossAx val="9603481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800">
              <a:solidFill>
                <a:schemeClr val="tx1"/>
              </a:solidFill>
              <a:latin typeface="+mj-lt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500">
          <a:solidFill>
            <a:schemeClr val="tx2"/>
          </a:solidFill>
          <a:latin typeface="Franklin Gothic Demi Cond" panose="020B0706030402020204" pitchFamily="34" charset="0"/>
        </a:defRPr>
      </a:pPr>
      <a:endParaRPr lang="en-US"/>
    </a:p>
  </c:tx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E87500"/>
            </a:solidFill>
            <a:ln w="28575">
              <a:solidFill>
                <a:schemeClr val="tx1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7D-864C-9DB0-EE70F7C2F0E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 w="28575">
              <a:solidFill>
                <a:schemeClr val="tx1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C7D-864C-9DB0-EE70F7C2F0E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 w="28575">
              <a:solidFill>
                <a:schemeClr val="tx1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C7D-864C-9DB0-EE70F7C2F0E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 w="28575">
              <a:solidFill>
                <a:schemeClr val="tx1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C7D-864C-9DB0-EE70F7C2F0E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chemeClr val="accent5">
                <a:lumMod val="75000"/>
                <a:lumOff val="25000"/>
              </a:schemeClr>
            </a:solidFill>
            <a:ln w="28575">
              <a:solidFill>
                <a:schemeClr val="tx1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C7D-864C-9DB0-EE70F7C2F0E7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solidFill>
              <a:schemeClr val="accent6"/>
            </a:solidFill>
            <a:ln w="28575">
              <a:solidFill>
                <a:schemeClr val="tx1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C7D-864C-9DB0-EE70F7C2F0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3144576"/>
        <c:axId val="113146112"/>
      </c:barChart>
      <c:catAx>
        <c:axId val="11314457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57150">
            <a:solidFill>
              <a:schemeClr val="tx2"/>
            </a:solidFill>
            <a:bevel/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en-US"/>
          </a:p>
        </c:txPr>
        <c:crossAx val="113146112"/>
        <c:crosses val="autoZero"/>
        <c:auto val="1"/>
        <c:lblAlgn val="ctr"/>
        <c:lblOffset val="100"/>
        <c:noMultiLvlLbl val="0"/>
      </c:catAx>
      <c:valAx>
        <c:axId val="113146112"/>
        <c:scaling>
          <c:orientation val="minMax"/>
        </c:scaling>
        <c:delete val="0"/>
        <c:axPos val="l"/>
        <c:majorGridlines>
          <c:spPr>
            <a:ln>
              <a:solidFill>
                <a:schemeClr val="bg2">
                  <a:lumMod val="90000"/>
                </a:schemeClr>
              </a:solidFill>
            </a:ln>
          </c:spPr>
        </c:majorGridlines>
        <c:numFmt formatCode="General" sourceLinked="1"/>
        <c:majorTickMark val="in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en-US"/>
          </a:p>
        </c:txPr>
        <c:crossAx val="11314457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800">
              <a:solidFill>
                <a:schemeClr val="tx1"/>
              </a:solidFill>
              <a:latin typeface="+mj-lt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500">
          <a:solidFill>
            <a:schemeClr val="tx2"/>
          </a:solidFill>
          <a:latin typeface="Franklin Gothic Demi Cond" panose="020B0706030402020204" pitchFamily="34" charset="0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invertIfNegative val="0"/>
          <c:dLbls>
            <c:dLbl>
              <c:idx val="0"/>
              <c:dLblPos val="inEnd"/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FF1-0647-A805-9A54060D593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D1-9C4F-A239-4A708949AF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dLbls>
            <c:dLbl>
              <c:idx val="0"/>
              <c:dLblPos val="inEnd"/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FF1-0647-A805-9A54060D5936}"/>
                </c:ext>
              </c:extLst>
            </c:dLbl>
            <c:spPr>
              <a:noFill/>
              <a:ln>
                <a:noFill/>
              </a:ln>
              <a:effectLst/>
            </c:spPr>
            <c:dLblPos val="in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FD1-9C4F-A239-4A708949AF1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</c:spPr>
          <c:invertIfNegative val="0"/>
          <c:dLbls>
            <c:dLbl>
              <c:idx val="0"/>
              <c:dLblPos val="inEnd"/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FF1-0647-A805-9A54060D5936}"/>
                </c:ext>
              </c:extLst>
            </c:dLbl>
            <c:spPr>
              <a:noFill/>
              <a:ln>
                <a:noFill/>
              </a:ln>
              <a:effectLst/>
            </c:spPr>
            <c:dLblPos val="in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FD1-9C4F-A239-4A708949AF1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</c:spPr>
          <c:invertIfNegative val="0"/>
          <c:dLbls>
            <c:dLbl>
              <c:idx val="0"/>
              <c:dLblPos val="inEnd"/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FF1-0647-A805-9A54060D5936}"/>
                </c:ext>
              </c:extLst>
            </c:dLbl>
            <c:spPr>
              <a:noFill/>
              <a:ln>
                <a:noFill/>
              </a:ln>
              <a:effectLst/>
            </c:spPr>
            <c:dLblPos val="in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FD1-9C4F-A239-4A708949AF1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chemeClr val="accent5">
                <a:lumMod val="75000"/>
                <a:lumOff val="25000"/>
              </a:schemeClr>
            </a:solidFill>
          </c:spPr>
          <c:invertIfNegative val="0"/>
          <c:dLbls>
            <c:dLbl>
              <c:idx val="0"/>
              <c:dLblPos val="inEnd"/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FF1-0647-A805-9A54060D593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FD1-9C4F-A239-4A708949AF1C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solidFill>
              <a:schemeClr val="accent6"/>
            </a:solidFill>
            <a:ln>
              <a:solidFill>
                <a:schemeClr val="accent6"/>
              </a:solidFill>
            </a:ln>
          </c:spPr>
          <c:invertIfNegative val="0"/>
          <c:dLbls>
            <c:dLbl>
              <c:idx val="0"/>
              <c:dLblPos val="inEnd"/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FF1-0647-A805-9A54060D5936}"/>
                </c:ext>
              </c:extLst>
            </c:dLbl>
            <c:spPr>
              <a:noFill/>
              <a:ln>
                <a:noFill/>
              </a:ln>
              <a:effectLst/>
            </c:spPr>
            <c:dLblPos val="in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FD1-9C4F-A239-4A708949AF1C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23658240"/>
        <c:axId val="123659776"/>
      </c:barChart>
      <c:catAx>
        <c:axId val="123658240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57150">
            <a:solidFill>
              <a:schemeClr val="tx2"/>
            </a:solidFill>
            <a:bevel/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en-US"/>
          </a:p>
        </c:txPr>
        <c:crossAx val="123659776"/>
        <c:crosses val="autoZero"/>
        <c:auto val="1"/>
        <c:lblAlgn val="ctr"/>
        <c:lblOffset val="100"/>
        <c:noMultiLvlLbl val="0"/>
      </c:catAx>
      <c:valAx>
        <c:axId val="123659776"/>
        <c:scaling>
          <c:orientation val="minMax"/>
        </c:scaling>
        <c:delete val="0"/>
        <c:axPos val="b"/>
        <c:majorGridlines>
          <c:spPr>
            <a:ln>
              <a:solidFill>
                <a:schemeClr val="bg2">
                  <a:lumMod val="90000"/>
                </a:schemeClr>
              </a:solidFill>
            </a:ln>
          </c:spPr>
        </c:majorGridlines>
        <c:title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en-US"/>
          </a:p>
        </c:txPr>
        <c:crossAx val="12365824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500">
          <a:solidFill>
            <a:schemeClr val="tx2"/>
          </a:solidFill>
          <a:latin typeface="Franklin Gothic Demi Cond" panose="020B0706030402020204" pitchFamily="34" charset="0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63500">
              <a:solidFill>
                <a:schemeClr val="accent1"/>
              </a:solidFill>
              <a:headEnd type="diamond"/>
              <a:tailEnd type="diamon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E27-2A48-86CC-40F674540C1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63500">
              <a:solidFill>
                <a:schemeClr val="accent2"/>
              </a:solidFill>
              <a:headEnd type="oval" w="med" len="lg"/>
              <a:tailEnd type="oval" w="med" len="lg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E27-2A48-86CC-40F674540C1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63500">
              <a:solidFill>
                <a:schemeClr val="accent3"/>
              </a:solidFill>
              <a:headEnd type="stealth" w="lg" len="lg"/>
              <a:tailEnd type="stealth" w="lg" len="lg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E27-2A48-86CC-40F674540C1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ln w="63500">
              <a:solidFill>
                <a:schemeClr val="accent4"/>
              </a:solidFill>
              <a:headEnd type="diamond" w="med" len="lg"/>
              <a:tailEnd type="diamond" w="med" len="lg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E27-2A48-86CC-40F674540C1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ln w="63500">
              <a:solidFill>
                <a:schemeClr val="accent5">
                  <a:lumMod val="75000"/>
                  <a:lumOff val="25000"/>
                </a:schemeClr>
              </a:solidFill>
              <a:headEnd type="oval"/>
              <a:tailEnd type="oval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E27-2A48-86CC-40F674540C19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ln w="63500">
              <a:solidFill>
                <a:schemeClr val="accent6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FE27-2A48-86CC-40F674540C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>
              <a:tailEnd type="oval"/>
            </a:ln>
          </c:spPr>
        </c:dropLines>
        <c:smooth val="0"/>
        <c:axId val="158156288"/>
        <c:axId val="158157824"/>
      </c:lineChart>
      <c:catAx>
        <c:axId val="15815628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57150">
            <a:solidFill>
              <a:schemeClr val="tx2"/>
            </a:solidFill>
            <a:bevel/>
          </a:ln>
        </c:spPr>
        <c:txPr>
          <a:bodyPr/>
          <a:lstStyle/>
          <a:p>
            <a:pPr>
              <a:defRPr sz="1400">
                <a:solidFill>
                  <a:schemeClr val="bg1"/>
                </a:solidFill>
              </a:defRPr>
            </a:pPr>
            <a:endParaRPr lang="en-US"/>
          </a:p>
        </c:txPr>
        <c:crossAx val="158157824"/>
        <c:crosses val="autoZero"/>
        <c:auto val="1"/>
        <c:lblAlgn val="ctr"/>
        <c:lblOffset val="100"/>
        <c:noMultiLvlLbl val="0"/>
      </c:catAx>
      <c:valAx>
        <c:axId val="158157824"/>
        <c:scaling>
          <c:orientation val="minMax"/>
        </c:scaling>
        <c:delete val="0"/>
        <c:axPos val="l"/>
        <c:majorGridlines>
          <c:spPr>
            <a:ln>
              <a:solidFill>
                <a:schemeClr val="bg2">
                  <a:lumMod val="90000"/>
                </a:schemeClr>
              </a:solidFill>
            </a:ln>
          </c:spPr>
        </c:majorGridlines>
        <c:numFmt formatCode="General" sourceLinked="1"/>
        <c:majorTickMark val="in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chemeClr val="bg1"/>
                </a:solidFill>
              </a:defRPr>
            </a:pPr>
            <a:endParaRPr lang="en-US"/>
          </a:p>
        </c:txPr>
        <c:crossAx val="158156288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2.297022155318821E-2"/>
          <c:y val="0.8977750281214848"/>
          <c:w val="0.9650888721630384"/>
          <c:h val="8.317735283089614E-2"/>
        </c:manualLayout>
      </c:layout>
      <c:overlay val="0"/>
      <c:txPr>
        <a:bodyPr/>
        <a:lstStyle/>
        <a:p>
          <a:pPr>
            <a:defRPr sz="1800">
              <a:solidFill>
                <a:schemeClr val="tx1"/>
              </a:solidFill>
              <a:latin typeface="+mj-lt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500">
          <a:solidFill>
            <a:schemeClr val="tx2"/>
          </a:solidFill>
          <a:latin typeface="Franklin Gothic Demi Cond" panose="020B0706030402020204" pitchFamily="34" charset="0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dPt>
            <c:idx val="0"/>
            <c:bubble3D val="0"/>
            <c:spPr>
              <a:solidFill>
                <a:srgbClr val="E87500"/>
              </a:solidFill>
              <a:ln w="25400">
                <a:solidFill>
                  <a:schemeClr val="tx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A-58BB-6547-9E94-FBC71435E69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tx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FFB5-9B47-B023-993A5275B7A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tx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FFB5-9B47-B023-993A5275B7A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tx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FFB5-9B47-B023-993A5275B7A0}"/>
              </c:ext>
            </c:extLst>
          </c:dPt>
          <c:dPt>
            <c:idx val="4"/>
            <c:bubble3D val="0"/>
            <c:spPr>
              <a:solidFill>
                <a:schemeClr val="accent5">
                  <a:lumMod val="75000"/>
                  <a:lumOff val="25000"/>
                </a:schemeClr>
              </a:solidFill>
              <a:ln w="25400">
                <a:solidFill>
                  <a:schemeClr val="tx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FFB5-9B47-B023-993A5275B7A0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25400">
                <a:solidFill>
                  <a:schemeClr val="tx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FFB5-9B47-B023-993A5275B7A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0">
                    <a:solidFill>
                      <a:schemeClr val="tx1"/>
                    </a:solidFill>
                    <a:latin typeface="+mn-lt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1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3.1</c:v>
                </c:pt>
                <c:pt idx="5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FB5-9B47-B023-993A5275B7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layout>
        <c:manualLayout>
          <c:xMode val="edge"/>
          <c:yMode val="edge"/>
          <c:x val="5.9420642272657094E-2"/>
          <c:y val="0.92611148860199577"/>
          <c:w val="0.88115861895939473"/>
          <c:h val="7.3888511398004189E-2"/>
        </c:manualLayout>
      </c:layout>
      <c:overlay val="0"/>
      <c:txPr>
        <a:bodyPr/>
        <a:lstStyle/>
        <a:p>
          <a:pPr>
            <a:defRPr sz="1800">
              <a:solidFill>
                <a:schemeClr val="tx1"/>
              </a:solidFill>
              <a:latin typeface="+mj-lt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500">
          <a:solidFill>
            <a:schemeClr val="tx2"/>
          </a:solidFill>
          <a:latin typeface="Franklin Gothic Demi Cond" panose="020B0706030402020204" pitchFamily="34" charset="0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Enrollment Growth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23-234B-AC8B-B4CE36813D68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23-234B-AC8B-B4CE36813D68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523-234B-AC8B-B4CE36813D68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5E4-2044-A05F-9E4AAAD443B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2000</c:v>
                </c:pt>
                <c:pt idx="1">
                  <c:v>2009</c:v>
                </c:pt>
                <c:pt idx="2">
                  <c:v>2018</c:v>
                </c:pt>
              </c:numCache>
            </c:numRef>
          </c:cat>
          <c:val>
            <c:numRef>
              <c:f>Sheet1!$B$2:$B$4</c:f>
              <c:numCache>
                <c:formatCode>#,##0</c:formatCode>
                <c:ptCount val="3"/>
                <c:pt idx="0">
                  <c:v>10945</c:v>
                </c:pt>
                <c:pt idx="1">
                  <c:v>15783</c:v>
                </c:pt>
                <c:pt idx="2">
                  <c:v>28755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E4-2044-A05F-9E4AAAD443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39244543"/>
        <c:axId val="1310122559"/>
      </c:barChart>
      <c:catAx>
        <c:axId val="1339244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0122559"/>
        <c:crosses val="autoZero"/>
        <c:auto val="1"/>
        <c:lblAlgn val="ctr"/>
        <c:lblOffset val="100"/>
        <c:noMultiLvlLbl val="0"/>
      </c:catAx>
      <c:valAx>
        <c:axId val="13101225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2">
                  <a:lumMod val="90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9244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Enrollment Growth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CF8-0E4C-B3AD-43F15F66DB6D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CF8-0E4C-B3AD-43F15F66DB6D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CF8-0E4C-B3AD-43F15F66DB6D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5E4-2044-A05F-9E4AAAD443B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2000</c:v>
                </c:pt>
                <c:pt idx="1">
                  <c:v>2009</c:v>
                </c:pt>
                <c:pt idx="2">
                  <c:v>2018</c:v>
                </c:pt>
              </c:numCache>
            </c:numRef>
          </c:cat>
          <c:val>
            <c:numRef>
              <c:f>Sheet1!$B$2:$B$4</c:f>
              <c:numCache>
                <c:formatCode>#,##0</c:formatCode>
                <c:ptCount val="3"/>
                <c:pt idx="0">
                  <c:v>10945</c:v>
                </c:pt>
                <c:pt idx="1">
                  <c:v>15783</c:v>
                </c:pt>
                <c:pt idx="2">
                  <c:v>28755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E4-2044-A05F-9E4AAAD443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39244543"/>
        <c:axId val="1310122559"/>
      </c:barChart>
      <c:catAx>
        <c:axId val="1339244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0122559"/>
        <c:crosses val="autoZero"/>
        <c:auto val="1"/>
        <c:lblAlgn val="ctr"/>
        <c:lblOffset val="100"/>
        <c:noMultiLvlLbl val="0"/>
      </c:catAx>
      <c:valAx>
        <c:axId val="13101225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2">
                  <a:lumMod val="90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9244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0.30719</cdr:x>
      <cdr:y>0.34286</cdr:y>
    </cdr:from>
    <cdr:to>
      <cdr:x>0.3072</cdr:x>
      <cdr:y>0.38905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CE52B314-3920-9C3F-7F71-7A33233F0FF0}"/>
            </a:ext>
          </a:extLst>
        </cdr:cNvPr>
        <cdr:cNvSpPr txBox="1"/>
      </cdr:nvSpPr>
      <cdr:spPr>
        <a:xfrm xmlns:a="http://schemas.openxmlformats.org/drawingml/2006/main">
          <a:off x="3183467" y="1371600"/>
          <a:ext cx="65" cy="184794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vertOverflow="clip" wrap="none" lIns="0" tIns="0" rIns="0" bIns="0" rtlCol="0">
          <a:spAutoFit/>
        </a:bodyPr>
        <a:lstStyle xmlns:a="http://schemas.openxmlformats.org/drawingml/2006/main"/>
        <a:p xmlns:a="http://schemas.openxmlformats.org/drawingml/2006/main">
          <a:pPr>
            <a:lnSpc>
              <a:spcPct val="120000"/>
            </a:lnSpc>
          </a:pPr>
          <a:endParaRPr lang="en-US" sz="1100" dirty="0">
            <a:solidFill>
              <a:schemeClr val="tx2"/>
            </a:solidFill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C89EDB-3FDD-4915-A3CE-62FA29C01A32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042649-1860-4D03-9360-22C2D8836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618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4499FB-0CC7-453D-9493-CBDCD6D233E2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76A24B-926E-40EB-9E1B-5321DC377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594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lnSpc>
        <a:spcPct val="110000"/>
      </a:lnSpc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8600" indent="-111125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46075" indent="-117475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57200" indent="-111125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457200" indent="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Save this document with a new name before you begin work.</a:t>
            </a:r>
          </a:p>
          <a:p>
            <a:pPr marL="0" indent="0">
              <a:buNone/>
            </a:pPr>
            <a:r>
              <a:rPr lang="en-US" sz="1200" dirty="0"/>
              <a:t>When adding a new slide, click on the small arrow next to “New Slide” on the toolbar. Select the layout that will best fit the content you want to add.</a:t>
            </a:r>
          </a:p>
          <a:p>
            <a:pPr marL="0" indent="0">
              <a:buNone/>
            </a:pPr>
            <a:r>
              <a:rPr lang="en-US" sz="1200" dirty="0"/>
              <a:t>Change the layout of an existing slide: click the “Layout” button on the top toolbar to reformat your existing content to another master slide.</a:t>
            </a:r>
          </a:p>
          <a:p>
            <a:pPr marL="0" indent="0">
              <a:buNone/>
            </a:pPr>
            <a:r>
              <a:rPr lang="en-US" sz="1200" dirty="0"/>
              <a:t>Refer to </a:t>
            </a:r>
            <a:r>
              <a:rPr lang="en-US" sz="1200" b="1" dirty="0" err="1"/>
              <a:t>utdallas.edu</a:t>
            </a:r>
            <a:r>
              <a:rPr lang="en-US" sz="1200" b="1" dirty="0"/>
              <a:t>/brand</a:t>
            </a:r>
            <a:r>
              <a:rPr lang="en-US" sz="1200" dirty="0"/>
              <a:t> for specific rules on using the University logos and wordmarks.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509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221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1112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7065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018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110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6419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7688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can leave this background orange or add a subtle background photo using the directions from the title slide. Right-click on the image and select Change Picture to switch out the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7440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can leave this background orange or add a subtle background photo using the directions from the title slide. Right-click on the image and select Change Picture to switch out the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442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Quote slide without photo background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7682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Slide – 3 columns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0882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Slide – 2 columns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766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Copy and paste these onto various slides to highlight main points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475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gradFill>
          <a:gsLst>
            <a:gs pos="0">
              <a:schemeClr val="accent4">
                <a:lumMod val="63000"/>
                <a:lumOff val="37000"/>
              </a:schemeClr>
            </a:gs>
            <a:gs pos="76000">
              <a:schemeClr val="accent1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3529BBA-188B-9258-7DCF-5C8B7A04802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95C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673" y="1905001"/>
            <a:ext cx="10375675" cy="2225262"/>
          </a:xfrm>
        </p:spPr>
        <p:txBody>
          <a:bodyPr anchor="ctr"/>
          <a:lstStyle>
            <a:lvl1pPr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899605" y="4620890"/>
            <a:ext cx="10377927" cy="1415772"/>
          </a:xfrm>
        </p:spPr>
        <p:txBody>
          <a:bodyPr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2200" b="0" i="0">
                <a:solidFill>
                  <a:schemeClr val="bg1"/>
                </a:solidFill>
                <a:latin typeface="Franklin Gothic Demi Cond" panose="020B07060304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904048" y="1732950"/>
            <a:ext cx="10373553" cy="2672550"/>
            <a:chOff x="914400" y="1732950"/>
            <a:chExt cx="7316788" cy="2672550"/>
          </a:xfrm>
        </p:grpSpPr>
        <p:cxnSp>
          <p:nvCxnSpPr>
            <p:cNvPr id="11" name="Straight Connector 10"/>
            <p:cNvCxnSpPr/>
            <p:nvPr userDrawn="1"/>
          </p:nvCxnSpPr>
          <p:spPr>
            <a:xfrm>
              <a:off x="914400" y="1732950"/>
              <a:ext cx="73152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Freeform 6"/>
            <p:cNvSpPr>
              <a:spLocks/>
            </p:cNvSpPr>
            <p:nvPr userDrawn="1"/>
          </p:nvSpPr>
          <p:spPr bwMode="auto">
            <a:xfrm>
              <a:off x="915988" y="4302313"/>
              <a:ext cx="7315200" cy="103187"/>
            </a:xfrm>
            <a:custGeom>
              <a:avLst/>
              <a:gdLst>
                <a:gd name="T0" fmla="*/ 0 w 4608"/>
                <a:gd name="T1" fmla="*/ 0 h 65"/>
                <a:gd name="T2" fmla="*/ 224 w 4608"/>
                <a:gd name="T3" fmla="*/ 0 h 65"/>
                <a:gd name="T4" fmla="*/ 286 w 4608"/>
                <a:gd name="T5" fmla="*/ 65 h 65"/>
                <a:gd name="T6" fmla="*/ 349 w 4608"/>
                <a:gd name="T7" fmla="*/ 0 h 65"/>
                <a:gd name="T8" fmla="*/ 4608 w 4608"/>
                <a:gd name="T9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08" h="65">
                  <a:moveTo>
                    <a:pt x="0" y="0"/>
                  </a:moveTo>
                  <a:lnTo>
                    <a:pt x="224" y="0"/>
                  </a:lnTo>
                  <a:lnTo>
                    <a:pt x="286" y="65"/>
                  </a:lnTo>
                  <a:lnTo>
                    <a:pt x="349" y="0"/>
                  </a:lnTo>
                  <a:lnTo>
                    <a:pt x="4608" y="0"/>
                  </a:lnTo>
                </a:path>
              </a:pathLst>
            </a:custGeom>
            <a:noFill/>
            <a:ln w="9525" cap="flat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148910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 or 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157507" y="2589836"/>
            <a:ext cx="3633693" cy="91439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2566389"/>
            <a:ext cx="1243107" cy="93783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i="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94" name="Text Placeholder 3"/>
          <p:cNvSpPr>
            <a:spLocks noGrp="1"/>
          </p:cNvSpPr>
          <p:nvPr>
            <p:ph type="body" sz="half" idx="29" hasCustomPrompt="1"/>
          </p:nvPr>
        </p:nvSpPr>
        <p:spPr>
          <a:xfrm>
            <a:off x="2157507" y="3504241"/>
            <a:ext cx="3633693" cy="91439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95" name="Text Placeholder 29"/>
          <p:cNvSpPr>
            <a:spLocks noGrp="1"/>
          </p:cNvSpPr>
          <p:nvPr>
            <p:ph type="body" sz="quarter" idx="30" hasCustomPrompt="1"/>
          </p:nvPr>
        </p:nvSpPr>
        <p:spPr>
          <a:xfrm>
            <a:off x="914400" y="3480794"/>
            <a:ext cx="1243107" cy="93783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i="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96" name="Text Placeholder 3"/>
          <p:cNvSpPr>
            <a:spLocks noGrp="1"/>
          </p:cNvSpPr>
          <p:nvPr>
            <p:ph type="body" sz="half" idx="31" hasCustomPrompt="1"/>
          </p:nvPr>
        </p:nvSpPr>
        <p:spPr>
          <a:xfrm>
            <a:off x="2157507" y="4418646"/>
            <a:ext cx="3633693" cy="91439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97" name="Text Placeholder 29"/>
          <p:cNvSpPr>
            <a:spLocks noGrp="1"/>
          </p:cNvSpPr>
          <p:nvPr>
            <p:ph type="body" sz="quarter" idx="32" hasCustomPrompt="1"/>
          </p:nvPr>
        </p:nvSpPr>
        <p:spPr>
          <a:xfrm>
            <a:off x="914400" y="4395199"/>
            <a:ext cx="1243107" cy="93783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i="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98" name="Text Placeholder 3"/>
          <p:cNvSpPr>
            <a:spLocks noGrp="1"/>
          </p:cNvSpPr>
          <p:nvPr>
            <p:ph type="body" sz="half" idx="33" hasCustomPrompt="1"/>
          </p:nvPr>
        </p:nvSpPr>
        <p:spPr>
          <a:xfrm>
            <a:off x="7643907" y="2589836"/>
            <a:ext cx="3633693" cy="91439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99" name="Text Placeholder 29"/>
          <p:cNvSpPr>
            <a:spLocks noGrp="1"/>
          </p:cNvSpPr>
          <p:nvPr>
            <p:ph type="body" sz="quarter" idx="34" hasCustomPrompt="1"/>
          </p:nvPr>
        </p:nvSpPr>
        <p:spPr>
          <a:xfrm>
            <a:off x="6400800" y="2566389"/>
            <a:ext cx="1243107" cy="93783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i="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00" name="Text Placeholder 3"/>
          <p:cNvSpPr>
            <a:spLocks noGrp="1"/>
          </p:cNvSpPr>
          <p:nvPr>
            <p:ph type="body" sz="half" idx="35" hasCustomPrompt="1"/>
          </p:nvPr>
        </p:nvSpPr>
        <p:spPr>
          <a:xfrm>
            <a:off x="7643907" y="3504241"/>
            <a:ext cx="3633693" cy="91439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101" name="Text Placeholder 29"/>
          <p:cNvSpPr>
            <a:spLocks noGrp="1"/>
          </p:cNvSpPr>
          <p:nvPr>
            <p:ph type="body" sz="quarter" idx="36" hasCustomPrompt="1"/>
          </p:nvPr>
        </p:nvSpPr>
        <p:spPr>
          <a:xfrm>
            <a:off x="6400800" y="3480794"/>
            <a:ext cx="1243107" cy="93783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i="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02" name="Text Placeholder 3"/>
          <p:cNvSpPr>
            <a:spLocks noGrp="1"/>
          </p:cNvSpPr>
          <p:nvPr>
            <p:ph type="body" sz="half" idx="37" hasCustomPrompt="1"/>
          </p:nvPr>
        </p:nvSpPr>
        <p:spPr>
          <a:xfrm>
            <a:off x="7643907" y="4418646"/>
            <a:ext cx="3633693" cy="91439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103" name="Text Placeholder 29"/>
          <p:cNvSpPr>
            <a:spLocks noGrp="1"/>
          </p:cNvSpPr>
          <p:nvPr>
            <p:ph type="body" sz="quarter" idx="38" hasCustomPrompt="1"/>
          </p:nvPr>
        </p:nvSpPr>
        <p:spPr>
          <a:xfrm>
            <a:off x="6400800" y="4395199"/>
            <a:ext cx="1243107" cy="93783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i="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23B5B04-5E17-D640-81C3-D4B82468A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23084"/>
            <a:ext cx="10363200" cy="9144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3D31BE0-CD3A-E04E-A7FB-DB5B5BA20F18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914400" y="482708"/>
            <a:ext cx="10363200" cy="451948"/>
          </a:xfrm>
        </p:spPr>
        <p:txBody>
          <a:bodyPr anchor="t"/>
          <a:lstStyle>
            <a:lvl1pPr marL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C95C3A"/>
                </a:solidFill>
                <a:latin typeface="Franklin Gothic Demi Cond" panose="020B07060304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90E21A4-2E8D-074F-9AC0-6CC72988CEFE}"/>
              </a:ext>
            </a:extLst>
          </p:cNvPr>
          <p:cNvCxnSpPr>
            <a:cxnSpLocks/>
          </p:cNvCxnSpPr>
          <p:nvPr userDrawn="1"/>
        </p:nvCxnSpPr>
        <p:spPr>
          <a:xfrm>
            <a:off x="2199190" y="798654"/>
            <a:ext cx="7793620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05154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3"/>
          <p:cNvSpPr>
            <a:spLocks noGrp="1"/>
          </p:cNvSpPr>
          <p:nvPr>
            <p:ph sz="quarter" idx="15"/>
          </p:nvPr>
        </p:nvSpPr>
        <p:spPr>
          <a:xfrm>
            <a:off x="914400" y="2073443"/>
            <a:ext cx="4876800" cy="3657602"/>
          </a:xfrm>
        </p:spPr>
        <p:txBody>
          <a:bodyPr/>
          <a:lstStyle>
            <a:lvl1pPr>
              <a:defRPr>
                <a:solidFill>
                  <a:srgbClr val="C95C3A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5" name="Content Placeholder 13"/>
          <p:cNvSpPr>
            <a:spLocks noGrp="1"/>
          </p:cNvSpPr>
          <p:nvPr>
            <p:ph sz="quarter" idx="16"/>
          </p:nvPr>
        </p:nvSpPr>
        <p:spPr>
          <a:xfrm>
            <a:off x="6400800" y="2073443"/>
            <a:ext cx="4876800" cy="3657602"/>
          </a:xfrm>
        </p:spPr>
        <p:txBody>
          <a:bodyPr/>
          <a:lstStyle>
            <a:lvl1pPr>
              <a:defRPr>
                <a:solidFill>
                  <a:srgbClr val="C95C3A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0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428256"/>
            <a:ext cx="6705600" cy="167931"/>
          </a:xfrm>
        </p:spPr>
        <p:txBody>
          <a:bodyPr wrap="square" anchor="b">
            <a:spAutoFit/>
          </a:bodyPr>
          <a:lstStyle>
            <a:lvl1pPr>
              <a:defRPr sz="1000" i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insert source or footer information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7544534-439F-AC4D-8175-3A0054377E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23084"/>
            <a:ext cx="10363200" cy="9144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09DF341-20B3-E346-8FF0-76CE642F753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914400" y="482708"/>
            <a:ext cx="10363200" cy="451948"/>
          </a:xfrm>
        </p:spPr>
        <p:txBody>
          <a:bodyPr anchor="t"/>
          <a:lstStyle>
            <a:lvl1pPr marL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C95C3A"/>
                </a:solidFill>
                <a:latin typeface="Franklin Gothic Demi Cond" panose="020B07060304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14430E6-55F7-9645-B1AD-7A36482991AF}"/>
              </a:ext>
            </a:extLst>
          </p:cNvPr>
          <p:cNvCxnSpPr>
            <a:cxnSpLocks/>
          </p:cNvCxnSpPr>
          <p:nvPr userDrawn="1"/>
        </p:nvCxnSpPr>
        <p:spPr>
          <a:xfrm>
            <a:off x="2199190" y="798654"/>
            <a:ext cx="7793620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85337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23084"/>
            <a:ext cx="10363200" cy="9144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8" name="Content Placeholder 37"/>
          <p:cNvSpPr>
            <a:spLocks noGrp="1"/>
          </p:cNvSpPr>
          <p:nvPr>
            <p:ph sz="quarter" idx="15"/>
          </p:nvPr>
        </p:nvSpPr>
        <p:spPr>
          <a:xfrm>
            <a:off x="914400" y="2083443"/>
            <a:ext cx="6705600" cy="3619982"/>
          </a:xfrm>
        </p:spPr>
        <p:txBody>
          <a:bodyPr/>
          <a:lstStyle>
            <a:lvl1pPr>
              <a:defRPr>
                <a:solidFill>
                  <a:srgbClr val="C95C3A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0" name="Content Placeholder 37"/>
          <p:cNvSpPr>
            <a:spLocks noGrp="1"/>
          </p:cNvSpPr>
          <p:nvPr>
            <p:ph sz="quarter" idx="17"/>
          </p:nvPr>
        </p:nvSpPr>
        <p:spPr>
          <a:xfrm>
            <a:off x="8229600" y="2083443"/>
            <a:ext cx="3048000" cy="3619982"/>
          </a:xfrm>
        </p:spPr>
        <p:txBody>
          <a:bodyPr/>
          <a:lstStyle>
            <a:lvl1pPr>
              <a:defRPr>
                <a:solidFill>
                  <a:srgbClr val="C95C3A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4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914400" y="482708"/>
            <a:ext cx="10363200" cy="451948"/>
          </a:xfrm>
        </p:spPr>
        <p:txBody>
          <a:bodyPr anchor="t"/>
          <a:lstStyle>
            <a:lvl1pPr marL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C95C3A"/>
                </a:solidFill>
                <a:latin typeface="Franklin Gothic Demi Cond" panose="020B07060304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2AC143F5-5835-FF41-B347-AE8DD6C23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428256"/>
            <a:ext cx="6705600" cy="167931"/>
          </a:xfrm>
        </p:spPr>
        <p:txBody>
          <a:bodyPr wrap="square" anchor="b">
            <a:spAutoFit/>
          </a:bodyPr>
          <a:lstStyle>
            <a:lvl1pPr>
              <a:defRPr sz="1000" i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insert source or footer information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7578496-797C-6A44-9F2A-6548E9769A5E}"/>
              </a:ext>
            </a:extLst>
          </p:cNvPr>
          <p:cNvCxnSpPr>
            <a:cxnSpLocks/>
          </p:cNvCxnSpPr>
          <p:nvPr userDrawn="1"/>
        </p:nvCxnSpPr>
        <p:spPr>
          <a:xfrm>
            <a:off x="2199190" y="798654"/>
            <a:ext cx="7793620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0963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: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ontent Placeholder 37"/>
          <p:cNvSpPr>
            <a:spLocks noGrp="1"/>
          </p:cNvSpPr>
          <p:nvPr>
            <p:ph sz="quarter" idx="15"/>
          </p:nvPr>
        </p:nvSpPr>
        <p:spPr>
          <a:xfrm>
            <a:off x="914400" y="2057400"/>
            <a:ext cx="3048000" cy="3657600"/>
          </a:xfrm>
        </p:spPr>
        <p:txBody>
          <a:bodyPr/>
          <a:lstStyle>
            <a:lvl1pPr>
              <a:defRPr>
                <a:solidFill>
                  <a:srgbClr val="C95C3A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0" name="Content Placeholder 37"/>
          <p:cNvSpPr>
            <a:spLocks noGrp="1"/>
          </p:cNvSpPr>
          <p:nvPr>
            <p:ph sz="quarter" idx="17"/>
          </p:nvPr>
        </p:nvSpPr>
        <p:spPr>
          <a:xfrm>
            <a:off x="4572000" y="2057400"/>
            <a:ext cx="6705600" cy="3657600"/>
          </a:xfrm>
        </p:spPr>
        <p:txBody>
          <a:bodyPr/>
          <a:lstStyle>
            <a:lvl1pPr>
              <a:defRPr>
                <a:solidFill>
                  <a:srgbClr val="C95C3A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B87FA64-9DF7-8D4F-AF09-1AB2C5A5FA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428256"/>
            <a:ext cx="6705600" cy="167931"/>
          </a:xfrm>
        </p:spPr>
        <p:txBody>
          <a:bodyPr wrap="square" anchor="b">
            <a:spAutoFit/>
          </a:bodyPr>
          <a:lstStyle>
            <a:lvl1pPr>
              <a:defRPr sz="1000" i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insert source or footer information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C2948ED-1B22-8845-A0B4-BB068DE3F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23084"/>
            <a:ext cx="10363200" cy="9144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5BAACCF-3F9D-8B43-96E7-088709E2432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914400" y="482708"/>
            <a:ext cx="10363200" cy="451948"/>
          </a:xfrm>
        </p:spPr>
        <p:txBody>
          <a:bodyPr anchor="t"/>
          <a:lstStyle>
            <a:lvl1pPr marL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C95C3A"/>
                </a:solidFill>
                <a:latin typeface="Franklin Gothic Demi Cond" panose="020B07060304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530C6B5-36C4-2B45-81A5-1AEAF187248E}"/>
              </a:ext>
            </a:extLst>
          </p:cNvPr>
          <p:cNvCxnSpPr>
            <a:cxnSpLocks/>
          </p:cNvCxnSpPr>
          <p:nvPr userDrawn="1"/>
        </p:nvCxnSpPr>
        <p:spPr>
          <a:xfrm>
            <a:off x="2199190" y="798654"/>
            <a:ext cx="7793620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17541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ontent Placeholder 37"/>
          <p:cNvSpPr>
            <a:spLocks noGrp="1"/>
          </p:cNvSpPr>
          <p:nvPr>
            <p:ph sz="quarter" idx="15"/>
          </p:nvPr>
        </p:nvSpPr>
        <p:spPr>
          <a:xfrm>
            <a:off x="914400" y="2057400"/>
            <a:ext cx="3048000" cy="3657600"/>
          </a:xfrm>
        </p:spPr>
        <p:txBody>
          <a:bodyPr/>
          <a:lstStyle>
            <a:lvl1pPr>
              <a:defRPr>
                <a:solidFill>
                  <a:srgbClr val="C95C3A"/>
                </a:solidFill>
              </a:defRPr>
            </a:lvl1pPr>
            <a:lvl4pPr>
              <a:spcAft>
                <a:spcPts val="600"/>
              </a:spcAft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9" name="Content Placeholder 37"/>
          <p:cNvSpPr>
            <a:spLocks noGrp="1"/>
          </p:cNvSpPr>
          <p:nvPr>
            <p:ph sz="quarter" idx="16"/>
          </p:nvPr>
        </p:nvSpPr>
        <p:spPr>
          <a:xfrm>
            <a:off x="4572000" y="2057400"/>
            <a:ext cx="3048000" cy="3657600"/>
          </a:xfrm>
        </p:spPr>
        <p:txBody>
          <a:bodyPr/>
          <a:lstStyle>
            <a:lvl1pPr>
              <a:defRPr>
                <a:solidFill>
                  <a:srgbClr val="C95C3A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0" name="Content Placeholder 37"/>
          <p:cNvSpPr>
            <a:spLocks noGrp="1"/>
          </p:cNvSpPr>
          <p:nvPr>
            <p:ph sz="quarter" idx="17"/>
          </p:nvPr>
        </p:nvSpPr>
        <p:spPr>
          <a:xfrm>
            <a:off x="8229600" y="2057400"/>
            <a:ext cx="3048000" cy="3657600"/>
          </a:xfrm>
        </p:spPr>
        <p:txBody>
          <a:bodyPr/>
          <a:lstStyle>
            <a:lvl1pPr>
              <a:defRPr>
                <a:solidFill>
                  <a:srgbClr val="C95C3A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E5114E4-6AB8-AA4F-A8E8-C54E55AA61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428256"/>
            <a:ext cx="6705600" cy="167931"/>
          </a:xfrm>
        </p:spPr>
        <p:txBody>
          <a:bodyPr wrap="square" anchor="b">
            <a:spAutoFit/>
          </a:bodyPr>
          <a:lstStyle>
            <a:lvl1pPr>
              <a:defRPr sz="1000" i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insert source or footer information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0D43117-3128-D24E-806D-357156928F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23084"/>
            <a:ext cx="10363200" cy="9144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030A223-6475-C340-ACC1-06799CD611C8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914400" y="482708"/>
            <a:ext cx="10363200" cy="451948"/>
          </a:xfrm>
        </p:spPr>
        <p:txBody>
          <a:bodyPr anchor="t"/>
          <a:lstStyle>
            <a:lvl1pPr marL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C95C3A"/>
                </a:solidFill>
                <a:latin typeface="Franklin Gothic Demi Cond" panose="020B07060304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C8E98D-8F15-4247-8D5D-7D5CD99265DE}"/>
              </a:ext>
            </a:extLst>
          </p:cNvPr>
          <p:cNvCxnSpPr>
            <a:cxnSpLocks/>
          </p:cNvCxnSpPr>
          <p:nvPr userDrawn="1"/>
        </p:nvCxnSpPr>
        <p:spPr>
          <a:xfrm>
            <a:off x="2199190" y="798654"/>
            <a:ext cx="7793620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28760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6ADF050F-4B96-8F47-9ED5-126B6BB4A7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428256"/>
            <a:ext cx="6705600" cy="167931"/>
          </a:xfrm>
        </p:spPr>
        <p:txBody>
          <a:bodyPr wrap="square" anchor="b">
            <a:spAutoFit/>
          </a:bodyPr>
          <a:lstStyle>
            <a:lvl1pPr>
              <a:defRPr sz="1000" i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insert source or footer information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559F6DB-F72B-CD48-A567-A92CD37A81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23084"/>
            <a:ext cx="10363200" cy="9144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ACC2408-BEEC-F148-B9BC-F196717E8C05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914400" y="482708"/>
            <a:ext cx="10363200" cy="451948"/>
          </a:xfrm>
        </p:spPr>
        <p:txBody>
          <a:bodyPr anchor="t"/>
          <a:lstStyle>
            <a:lvl1pPr marL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C95C3A"/>
                </a:solidFill>
                <a:latin typeface="Franklin Gothic Demi Cond" panose="020B07060304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F0E6F19-B158-8F4A-A1E8-F43562F62F56}"/>
              </a:ext>
            </a:extLst>
          </p:cNvPr>
          <p:cNvCxnSpPr>
            <a:cxnSpLocks/>
          </p:cNvCxnSpPr>
          <p:nvPr userDrawn="1"/>
        </p:nvCxnSpPr>
        <p:spPr>
          <a:xfrm>
            <a:off x="2199190" y="798654"/>
            <a:ext cx="7793620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9678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 userDrawn="1">
            <p:ph type="chart" sz="quarter" idx="29" hasCustomPrompt="1"/>
          </p:nvPr>
        </p:nvSpPr>
        <p:spPr>
          <a:xfrm>
            <a:off x="914400" y="2057400"/>
            <a:ext cx="10363200" cy="400050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 from template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2D528D74-618E-334B-87B7-D7EDA262D7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428256"/>
            <a:ext cx="6705600" cy="167931"/>
          </a:xfrm>
        </p:spPr>
        <p:txBody>
          <a:bodyPr wrap="square" anchor="b">
            <a:spAutoFit/>
          </a:bodyPr>
          <a:lstStyle>
            <a:lvl1pPr>
              <a:defRPr sz="1000" i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insert source or footer information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B7DC360-7098-D941-A67E-D28011BF65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23084"/>
            <a:ext cx="10363200" cy="9144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745434D-4ACA-7B4C-A494-98A8512F0FAB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914400" y="482708"/>
            <a:ext cx="10363200" cy="451948"/>
          </a:xfrm>
        </p:spPr>
        <p:txBody>
          <a:bodyPr anchor="t"/>
          <a:lstStyle>
            <a:lvl1pPr marL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C95C3A"/>
                </a:solidFill>
                <a:latin typeface="Franklin Gothic Demi Cond" panose="020B07060304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6BFCA18-7E9E-E74A-833D-B47F23A04116}"/>
              </a:ext>
            </a:extLst>
          </p:cNvPr>
          <p:cNvCxnSpPr>
            <a:cxnSpLocks/>
          </p:cNvCxnSpPr>
          <p:nvPr userDrawn="1"/>
        </p:nvCxnSpPr>
        <p:spPr>
          <a:xfrm>
            <a:off x="2199190" y="798654"/>
            <a:ext cx="7793620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4301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5D0418A-ADC7-7C49-8916-57C1A6D29F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428256"/>
            <a:ext cx="6705600" cy="167931"/>
          </a:xfrm>
        </p:spPr>
        <p:txBody>
          <a:bodyPr wrap="square" anchor="b">
            <a:spAutoFit/>
          </a:bodyPr>
          <a:lstStyle>
            <a:lvl1pPr>
              <a:defRPr sz="1000" i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insert source or footer information</a:t>
            </a:r>
          </a:p>
        </p:txBody>
      </p:sp>
    </p:spTree>
    <p:extLst>
      <p:ext uri="{BB962C8B-B14F-4D97-AF65-F5344CB8AC3E}">
        <p14:creationId xmlns:p14="http://schemas.microsoft.com/office/powerpoint/2010/main" val="2902820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Main Idea">
    <p:bg>
      <p:bgPr>
        <a:gradFill>
          <a:gsLst>
            <a:gs pos="0">
              <a:schemeClr val="accent4">
                <a:lumMod val="63000"/>
                <a:lumOff val="37000"/>
              </a:schemeClr>
            </a:gs>
            <a:gs pos="76000">
              <a:schemeClr val="accent1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14EA94B-8B4D-A7D3-7F8D-D115A233A63D}"/>
              </a:ext>
            </a:extLst>
          </p:cNvPr>
          <p:cNvSpPr/>
          <p:nvPr userDrawn="1"/>
        </p:nvSpPr>
        <p:spPr>
          <a:xfrm>
            <a:off x="-8490" y="0"/>
            <a:ext cx="12192000" cy="6858000"/>
          </a:xfrm>
          <a:prstGeom prst="rect">
            <a:avLst/>
          </a:prstGeom>
          <a:solidFill>
            <a:srgbClr val="C95C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A1FD6F9-D212-2E42-B64E-F33E6A95F59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673" y="1905001"/>
            <a:ext cx="10375675" cy="2225262"/>
          </a:xfrm>
        </p:spPr>
        <p:txBody>
          <a:bodyPr anchor="ctr"/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899605" y="4620890"/>
            <a:ext cx="10377927" cy="1415772"/>
          </a:xfrm>
        </p:spPr>
        <p:txBody>
          <a:bodyPr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2100" b="0" i="0">
                <a:solidFill>
                  <a:schemeClr val="bg1"/>
                </a:solidFill>
                <a:latin typeface="Franklin Gothic Demi Cond" panose="020B07060304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904048" y="1732950"/>
            <a:ext cx="10373553" cy="2672550"/>
            <a:chOff x="914400" y="1732950"/>
            <a:chExt cx="7316788" cy="2672550"/>
          </a:xfrm>
        </p:grpSpPr>
        <p:cxnSp>
          <p:nvCxnSpPr>
            <p:cNvPr id="11" name="Straight Connector 10"/>
            <p:cNvCxnSpPr>
              <a:cxnSpLocks/>
            </p:cNvCxnSpPr>
            <p:nvPr userDrawn="1"/>
          </p:nvCxnSpPr>
          <p:spPr>
            <a:xfrm>
              <a:off x="914400" y="1732950"/>
              <a:ext cx="73152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Freeform 6"/>
            <p:cNvSpPr>
              <a:spLocks/>
            </p:cNvSpPr>
            <p:nvPr userDrawn="1"/>
          </p:nvSpPr>
          <p:spPr bwMode="auto">
            <a:xfrm>
              <a:off x="915988" y="4302313"/>
              <a:ext cx="7315200" cy="103187"/>
            </a:xfrm>
            <a:custGeom>
              <a:avLst/>
              <a:gdLst>
                <a:gd name="T0" fmla="*/ 0 w 4608"/>
                <a:gd name="T1" fmla="*/ 0 h 65"/>
                <a:gd name="T2" fmla="*/ 224 w 4608"/>
                <a:gd name="T3" fmla="*/ 0 h 65"/>
                <a:gd name="T4" fmla="*/ 286 w 4608"/>
                <a:gd name="T5" fmla="*/ 65 h 65"/>
                <a:gd name="T6" fmla="*/ 349 w 4608"/>
                <a:gd name="T7" fmla="*/ 0 h 65"/>
                <a:gd name="T8" fmla="*/ 4608 w 4608"/>
                <a:gd name="T9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08" h="65">
                  <a:moveTo>
                    <a:pt x="0" y="0"/>
                  </a:moveTo>
                  <a:lnTo>
                    <a:pt x="224" y="0"/>
                  </a:lnTo>
                  <a:lnTo>
                    <a:pt x="286" y="65"/>
                  </a:lnTo>
                  <a:lnTo>
                    <a:pt x="349" y="0"/>
                  </a:lnTo>
                  <a:lnTo>
                    <a:pt x="4608" y="0"/>
                  </a:lnTo>
                </a:path>
              </a:pathLst>
            </a:custGeom>
            <a:noFill/>
            <a:ln w="9525" cap="flat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85071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Main Idea-2">
    <p:bg>
      <p:bgPr>
        <a:gradFill>
          <a:gsLst>
            <a:gs pos="0">
              <a:schemeClr val="accent4">
                <a:lumMod val="63000"/>
                <a:lumOff val="37000"/>
              </a:schemeClr>
            </a:gs>
            <a:gs pos="76000">
              <a:schemeClr val="accent1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80AB6B-E1DF-694D-666C-60D989EBBA83}"/>
              </a:ext>
            </a:extLst>
          </p:cNvPr>
          <p:cNvSpPr/>
          <p:nvPr userDrawn="1"/>
        </p:nvSpPr>
        <p:spPr>
          <a:xfrm>
            <a:off x="-27905" y="0"/>
            <a:ext cx="12192000" cy="6858000"/>
          </a:xfrm>
          <a:prstGeom prst="rect">
            <a:avLst/>
          </a:prstGeom>
          <a:solidFill>
            <a:srgbClr val="C95C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A1FD6F9-D212-2E42-B64E-F33E6A95F59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673" y="1127050"/>
            <a:ext cx="5192783" cy="3555295"/>
          </a:xfrm>
        </p:spPr>
        <p:txBody>
          <a:bodyPr anchor="ctr"/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899605" y="5024927"/>
            <a:ext cx="5192851" cy="1415772"/>
          </a:xfrm>
        </p:spPr>
        <p:txBody>
          <a:bodyPr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2100" b="0" i="0">
                <a:solidFill>
                  <a:schemeClr val="bg1"/>
                </a:solidFill>
                <a:latin typeface="Franklin Gothic Demi Cond" panose="020B07060304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1" name="Straight Connector 10"/>
          <p:cNvCxnSpPr>
            <a:cxnSpLocks/>
          </p:cNvCxnSpPr>
          <p:nvPr userDrawn="1"/>
        </p:nvCxnSpPr>
        <p:spPr>
          <a:xfrm>
            <a:off x="904048" y="1009936"/>
            <a:ext cx="518840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 6"/>
          <p:cNvSpPr>
            <a:spLocks/>
          </p:cNvSpPr>
          <p:nvPr userDrawn="1"/>
        </p:nvSpPr>
        <p:spPr bwMode="auto">
          <a:xfrm>
            <a:off x="906298" y="4802043"/>
            <a:ext cx="5161797" cy="103187"/>
          </a:xfrm>
          <a:custGeom>
            <a:avLst/>
            <a:gdLst>
              <a:gd name="T0" fmla="*/ 0 w 4608"/>
              <a:gd name="T1" fmla="*/ 0 h 65"/>
              <a:gd name="T2" fmla="*/ 224 w 4608"/>
              <a:gd name="T3" fmla="*/ 0 h 65"/>
              <a:gd name="T4" fmla="*/ 286 w 4608"/>
              <a:gd name="T5" fmla="*/ 65 h 65"/>
              <a:gd name="T6" fmla="*/ 349 w 4608"/>
              <a:gd name="T7" fmla="*/ 0 h 65"/>
              <a:gd name="T8" fmla="*/ 4608 w 4608"/>
              <a:gd name="T9" fmla="*/ 0 h 65"/>
              <a:gd name="connsiteX0" fmla="*/ 0 w 4977"/>
              <a:gd name="connsiteY0" fmla="*/ 0 h 10000"/>
              <a:gd name="connsiteX1" fmla="*/ 486 w 4977"/>
              <a:gd name="connsiteY1" fmla="*/ 0 h 10000"/>
              <a:gd name="connsiteX2" fmla="*/ 621 w 4977"/>
              <a:gd name="connsiteY2" fmla="*/ 10000 h 10000"/>
              <a:gd name="connsiteX3" fmla="*/ 757 w 4977"/>
              <a:gd name="connsiteY3" fmla="*/ 0 h 10000"/>
              <a:gd name="connsiteX4" fmla="*/ 4977 w 4977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" h="10000">
                <a:moveTo>
                  <a:pt x="0" y="0"/>
                </a:moveTo>
                <a:lnTo>
                  <a:pt x="486" y="0"/>
                </a:lnTo>
                <a:lnTo>
                  <a:pt x="621" y="10000"/>
                </a:lnTo>
                <a:cubicBezTo>
                  <a:pt x="666" y="6667"/>
                  <a:pt x="712" y="3333"/>
                  <a:pt x="757" y="0"/>
                </a:cubicBezTo>
                <a:lnTo>
                  <a:pt x="4977" y="0"/>
                </a:lnTo>
              </a:path>
            </a:pathLst>
          </a:custGeom>
          <a:noFill/>
          <a:ln w="9525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76393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Main Idea-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508" y="1905001"/>
            <a:ext cx="10366800" cy="2225262"/>
          </a:xfrm>
        </p:spPr>
        <p:txBody>
          <a:bodyPr anchor="ctr"/>
          <a:lstStyle>
            <a:lvl1pPr>
              <a:lnSpc>
                <a:spcPct val="95000"/>
              </a:lnSpc>
              <a:defRPr sz="4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911441" y="4620890"/>
            <a:ext cx="10369051" cy="1415772"/>
          </a:xfrm>
        </p:spPr>
        <p:txBody>
          <a:bodyPr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2100" i="0">
                <a:solidFill>
                  <a:srgbClr val="C95C3A"/>
                </a:solidFill>
                <a:latin typeface="Franklin Gothic Demi Cond" panose="020B07060304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tx2">
                    <a:lumMod val="60000"/>
                    <a:lumOff val="40000"/>
                  </a:schemeClr>
                </a:solidFill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tx2">
                    <a:lumMod val="60000"/>
                    <a:lumOff val="40000"/>
                  </a:schemeClr>
                </a:solidFill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tx2">
                    <a:lumMod val="60000"/>
                    <a:lumOff val="40000"/>
                  </a:schemeClr>
                </a:solidFill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tx2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911508" y="1732950"/>
            <a:ext cx="10369051" cy="2672550"/>
            <a:chOff x="914400" y="1732950"/>
            <a:chExt cx="7316788" cy="2672550"/>
          </a:xfrm>
        </p:grpSpPr>
        <p:cxnSp>
          <p:nvCxnSpPr>
            <p:cNvPr id="11" name="Straight Connector 10"/>
            <p:cNvCxnSpPr/>
            <p:nvPr userDrawn="1"/>
          </p:nvCxnSpPr>
          <p:spPr>
            <a:xfrm>
              <a:off x="914400" y="1732950"/>
              <a:ext cx="7315200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Freeform 6"/>
            <p:cNvSpPr>
              <a:spLocks/>
            </p:cNvSpPr>
            <p:nvPr userDrawn="1"/>
          </p:nvSpPr>
          <p:spPr bwMode="auto">
            <a:xfrm>
              <a:off x="915988" y="4302313"/>
              <a:ext cx="7315200" cy="103187"/>
            </a:xfrm>
            <a:custGeom>
              <a:avLst/>
              <a:gdLst>
                <a:gd name="T0" fmla="*/ 0 w 4608"/>
                <a:gd name="T1" fmla="*/ 0 h 65"/>
                <a:gd name="T2" fmla="*/ 224 w 4608"/>
                <a:gd name="T3" fmla="*/ 0 h 65"/>
                <a:gd name="T4" fmla="*/ 286 w 4608"/>
                <a:gd name="T5" fmla="*/ 65 h 65"/>
                <a:gd name="T6" fmla="*/ 349 w 4608"/>
                <a:gd name="T7" fmla="*/ 0 h 65"/>
                <a:gd name="T8" fmla="*/ 4608 w 4608"/>
                <a:gd name="T9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08" h="65">
                  <a:moveTo>
                    <a:pt x="0" y="0"/>
                  </a:moveTo>
                  <a:lnTo>
                    <a:pt x="224" y="0"/>
                  </a:lnTo>
                  <a:lnTo>
                    <a:pt x="286" y="65"/>
                  </a:lnTo>
                  <a:lnTo>
                    <a:pt x="349" y="0"/>
                  </a:lnTo>
                  <a:lnTo>
                    <a:pt x="4608" y="0"/>
                  </a:lnTo>
                </a:path>
              </a:pathLst>
            </a:custGeom>
            <a:noFill/>
            <a:ln w="9525" cap="flat">
              <a:solidFill>
                <a:schemeClr val="accent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139996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 userDrawn="1"/>
        </p:nvSpPr>
        <p:spPr>
          <a:xfrm>
            <a:off x="-1270000" y="2959100"/>
            <a:ext cx="65" cy="30239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37" name="Text Placeholder 31"/>
          <p:cNvSpPr>
            <a:spLocks noGrp="1"/>
          </p:cNvSpPr>
          <p:nvPr>
            <p:ph type="body" sz="quarter" idx="10"/>
          </p:nvPr>
        </p:nvSpPr>
        <p:spPr>
          <a:xfrm>
            <a:off x="8223684" y="2904236"/>
            <a:ext cx="3068713" cy="2746756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defRPr lang="en-US" sz="1700" i="0" dirty="0" smtClean="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500">
                <a:solidFill>
                  <a:schemeClr val="tx1"/>
                </a:solidFill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5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500">
                <a:solidFill>
                  <a:schemeClr val="tx1"/>
                </a:solidFill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5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902208" y="2940813"/>
            <a:ext cx="6117069" cy="2946231"/>
          </a:xfrm>
        </p:spPr>
        <p:txBody>
          <a:bodyPr/>
          <a:lstStyle>
            <a:lvl1pPr marL="0" algn="r" defTabSz="914400" rtl="0" eaLnBrk="1" latinLnBrk="0" hangingPunct="1">
              <a:lnSpc>
                <a:spcPct val="70000"/>
              </a:lnSpc>
              <a:buNone/>
              <a:defRPr lang="en-US" sz="7000" kern="1200" dirty="0" smtClean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7640431" y="2769834"/>
            <a:ext cx="0" cy="2881159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9E3085-A0AF-2F49-90EE-52FB15584E6C}"/>
              </a:ext>
            </a:extLst>
          </p:cNvPr>
          <p:cNvCxnSpPr/>
          <p:nvPr userDrawn="1"/>
        </p:nvCxnSpPr>
        <p:spPr>
          <a:xfrm>
            <a:off x="7684952" y="2769834"/>
            <a:ext cx="0" cy="288115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18534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 userDrawn="1"/>
        </p:nvSpPr>
        <p:spPr>
          <a:xfrm>
            <a:off x="10886832" y="6589188"/>
            <a:ext cx="390769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/>
            <a:fld id="{12EB7FDA-3CFA-48E9-9A35-E50E94D3505F}" type="slidenum">
              <a:rPr lang="en-US" sz="80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pPr algn="r"/>
              <a:t>‹#›</a:t>
            </a:fld>
            <a:endParaRPr lang="en-US" sz="8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28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577967"/>
            <a:ext cx="6705600" cy="134332"/>
          </a:xfrm>
        </p:spPr>
        <p:txBody>
          <a:bodyPr wrap="square" anchor="b">
            <a:spAutoFit/>
          </a:bodyPr>
          <a:lstStyle>
            <a:lvl1pPr>
              <a:defRPr sz="800" baseline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insert source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0" y="1"/>
            <a:ext cx="12192000" cy="6908105"/>
            <a:chOff x="0" y="0"/>
            <a:chExt cx="9144000" cy="6908105"/>
          </a:xfrm>
        </p:grpSpPr>
        <p:grpSp>
          <p:nvGrpSpPr>
            <p:cNvPr id="30" name="Group 29"/>
            <p:cNvGrpSpPr/>
            <p:nvPr userDrawn="1"/>
          </p:nvGrpSpPr>
          <p:grpSpPr>
            <a:xfrm>
              <a:off x="0" y="0"/>
              <a:ext cx="9144000" cy="6858000"/>
              <a:chOff x="0" y="0"/>
              <a:chExt cx="9144000" cy="6858000"/>
            </a:xfrm>
            <a:solidFill>
              <a:schemeClr val="bg1">
                <a:lumMod val="95000"/>
              </a:schemeClr>
            </a:solidFill>
          </p:grpSpPr>
          <p:sp>
            <p:nvSpPr>
              <p:cNvPr id="46" name="Rectangle 45"/>
              <p:cNvSpPr>
                <a:spLocks noChangeAspect="1"/>
              </p:cNvSpPr>
              <p:nvPr/>
            </p:nvSpPr>
            <p:spPr>
              <a:xfrm>
                <a:off x="0" y="0"/>
                <a:ext cx="6858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>
                  <a:solidFill>
                    <a:srgbClr val="F26531"/>
                  </a:solidFill>
                </a:endParaRPr>
              </a:p>
            </p:txBody>
          </p:sp>
          <p:sp>
            <p:nvSpPr>
              <p:cNvPr id="47" name="Rectangle 46"/>
              <p:cNvSpPr>
                <a:spLocks noChangeAspect="1"/>
              </p:cNvSpPr>
              <p:nvPr/>
            </p:nvSpPr>
            <p:spPr>
              <a:xfrm>
                <a:off x="8458200" y="0"/>
                <a:ext cx="6858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>
                  <a:solidFill>
                    <a:srgbClr val="F26531"/>
                  </a:solidFill>
                </a:endParaRPr>
              </a:p>
            </p:txBody>
          </p:sp>
          <p:sp>
            <p:nvSpPr>
              <p:cNvPr id="48" name="Rectangle 47"/>
              <p:cNvSpPr>
                <a:spLocks noChangeAspect="1"/>
              </p:cNvSpPr>
              <p:nvPr/>
            </p:nvSpPr>
            <p:spPr>
              <a:xfrm>
                <a:off x="0" y="0"/>
                <a:ext cx="8458200" cy="685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>
                  <a:solidFill>
                    <a:srgbClr val="F26531"/>
                  </a:solidFill>
                </a:endParaRPr>
              </a:p>
            </p:txBody>
          </p:sp>
          <p:sp>
            <p:nvSpPr>
              <p:cNvPr id="49" name="Rectangle 48"/>
              <p:cNvSpPr>
                <a:spLocks noChangeAspect="1"/>
              </p:cNvSpPr>
              <p:nvPr/>
            </p:nvSpPr>
            <p:spPr>
              <a:xfrm>
                <a:off x="0" y="6172200"/>
                <a:ext cx="9144000" cy="685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>
                  <a:solidFill>
                    <a:srgbClr val="F26531"/>
                  </a:solidFill>
                </a:endParaRPr>
              </a:p>
            </p:txBody>
          </p:sp>
        </p:grpSp>
        <p:cxnSp>
          <p:nvCxnSpPr>
            <p:cNvPr id="31" name="Straight Connector 30"/>
            <p:cNvCxnSpPr/>
            <p:nvPr userDrawn="1"/>
          </p:nvCxnSpPr>
          <p:spPr>
            <a:xfrm flipV="1">
              <a:off x="685800" y="0"/>
              <a:ext cx="0" cy="6858001"/>
            </a:xfrm>
            <a:prstGeom prst="line">
              <a:avLst/>
            </a:prstGeom>
            <a:ln w="3175">
              <a:solidFill>
                <a:srgbClr val="FF006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 flipV="1">
              <a:off x="8458200" y="0"/>
              <a:ext cx="0" cy="6858001"/>
            </a:xfrm>
            <a:prstGeom prst="line">
              <a:avLst/>
            </a:prstGeom>
            <a:ln w="3175">
              <a:solidFill>
                <a:srgbClr val="FF006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Group 32"/>
            <p:cNvGrpSpPr/>
            <p:nvPr userDrawn="1"/>
          </p:nvGrpSpPr>
          <p:grpSpPr>
            <a:xfrm>
              <a:off x="5715000" y="0"/>
              <a:ext cx="457200" cy="6908105"/>
              <a:chOff x="2956470" y="50104"/>
              <a:chExt cx="457200" cy="6858001"/>
            </a:xfrm>
          </p:grpSpPr>
          <p:cxnSp>
            <p:nvCxnSpPr>
              <p:cNvPr id="44" name="Straight Connector 43"/>
              <p:cNvCxnSpPr/>
              <p:nvPr/>
            </p:nvCxnSpPr>
            <p:spPr>
              <a:xfrm flipV="1">
                <a:off x="2956470" y="50104"/>
                <a:ext cx="0" cy="6858001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>
              <a:xfrm flipV="1">
                <a:off x="3413670" y="50104"/>
                <a:ext cx="0" cy="6858001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/>
            <p:cNvCxnSpPr/>
            <p:nvPr userDrawn="1"/>
          </p:nvCxnSpPr>
          <p:spPr>
            <a:xfrm rot="5400000" flipV="1">
              <a:off x="4572000" y="-3886200"/>
              <a:ext cx="0" cy="9144000"/>
            </a:xfrm>
            <a:prstGeom prst="line">
              <a:avLst/>
            </a:prstGeom>
            <a:ln w="3175">
              <a:solidFill>
                <a:srgbClr val="FF006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Group 34"/>
            <p:cNvGrpSpPr/>
            <p:nvPr userDrawn="1"/>
          </p:nvGrpSpPr>
          <p:grpSpPr>
            <a:xfrm>
              <a:off x="0" y="1143000"/>
              <a:ext cx="9144000" cy="914400"/>
              <a:chOff x="0" y="1143000"/>
              <a:chExt cx="9144000" cy="914400"/>
            </a:xfrm>
          </p:grpSpPr>
          <p:cxnSp>
            <p:nvCxnSpPr>
              <p:cNvPr id="42" name="Straight Connector 41"/>
              <p:cNvCxnSpPr/>
              <p:nvPr/>
            </p:nvCxnSpPr>
            <p:spPr>
              <a:xfrm rot="5400000" flipV="1">
                <a:off x="4572000" y="-25146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 rot="5400000" flipV="1">
                <a:off x="4572000" y="-34290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Group 35"/>
            <p:cNvGrpSpPr/>
            <p:nvPr userDrawn="1"/>
          </p:nvGrpSpPr>
          <p:grpSpPr>
            <a:xfrm>
              <a:off x="0" y="2971800"/>
              <a:ext cx="9144000" cy="914400"/>
              <a:chOff x="0" y="1143000"/>
              <a:chExt cx="9144000" cy="914400"/>
            </a:xfrm>
          </p:grpSpPr>
          <p:cxnSp>
            <p:nvCxnSpPr>
              <p:cNvPr id="40" name="Straight Connector 39"/>
              <p:cNvCxnSpPr/>
              <p:nvPr/>
            </p:nvCxnSpPr>
            <p:spPr>
              <a:xfrm rot="5400000" flipV="1">
                <a:off x="4572000" y="-25146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 rot="5400000" flipV="1">
                <a:off x="4572000" y="-34290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oup 36"/>
            <p:cNvGrpSpPr/>
            <p:nvPr userDrawn="1"/>
          </p:nvGrpSpPr>
          <p:grpSpPr>
            <a:xfrm>
              <a:off x="0" y="4800602"/>
              <a:ext cx="9144000" cy="914400"/>
              <a:chOff x="0" y="1143000"/>
              <a:chExt cx="9144000" cy="914400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 rot="5400000" flipV="1">
                <a:off x="4572000" y="-25146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 rot="5400000" flipV="1">
                <a:off x="4572000" y="-34290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/>
            <p:cNvGrpSpPr/>
            <p:nvPr userDrawn="1"/>
          </p:nvGrpSpPr>
          <p:grpSpPr>
            <a:xfrm>
              <a:off x="2971800" y="0"/>
              <a:ext cx="457200" cy="6908105"/>
              <a:chOff x="2956470" y="50104"/>
              <a:chExt cx="457200" cy="6858001"/>
            </a:xfrm>
          </p:grpSpPr>
          <p:cxnSp>
            <p:nvCxnSpPr>
              <p:cNvPr id="51" name="Straight Connector 50"/>
              <p:cNvCxnSpPr/>
              <p:nvPr/>
            </p:nvCxnSpPr>
            <p:spPr>
              <a:xfrm flipV="1">
                <a:off x="2956470" y="50104"/>
                <a:ext cx="0" cy="6858001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 flipV="1">
                <a:off x="3413670" y="50104"/>
                <a:ext cx="0" cy="6858001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788860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668437"/>
            <a:ext cx="10363200" cy="91440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782501"/>
            <a:ext cx="10363200" cy="440198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3777297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5" r:id="rId3"/>
    <p:sldLayoutId id="2147483652" r:id="rId4"/>
    <p:sldLayoutId id="2147483654" r:id="rId5"/>
    <p:sldLayoutId id="2147483651" r:id="rId6"/>
    <p:sldLayoutId id="2147483659" r:id="rId7"/>
    <p:sldLayoutId id="2147483660" r:id="rId8"/>
    <p:sldLayoutId id="2147483661" r:id="rId9"/>
    <p:sldLayoutId id="2147483665" r:id="rId10"/>
    <p:sldLayoutId id="2147483666" r:id="rId11"/>
    <p:sldLayoutId id="2147483663" r:id="rId12"/>
    <p:sldLayoutId id="2147483664" r:id="rId13"/>
    <p:sldLayoutId id="2147483656" r:id="rId14"/>
  </p:sldLayoutIdLst>
  <p:hf sldNum="0" hdr="0" dt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​"/>
        <a:defRPr sz="2400" b="0" i="1" kern="1200">
          <a:solidFill>
            <a:srgbClr val="C95C3A"/>
          </a:solidFill>
          <a:latin typeface="Georgia" panose="02040502050405020303" pitchFamily="18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69863" indent="-1698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75" indent="-1762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​"/>
        <a:defRPr sz="1500" b="1" kern="1200">
          <a:solidFill>
            <a:schemeClr val="tx1"/>
          </a:solidFill>
          <a:latin typeface="+mj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500" kern="120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500" kern="1200">
          <a:solidFill>
            <a:schemeClr val="tx1"/>
          </a:solidFill>
          <a:latin typeface="+mj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500" kern="1200">
          <a:solidFill>
            <a:schemeClr val="tx1"/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F26B43"/>
          </p15:clr>
        </p15:guide>
        <p15:guide id="2" pos="7104" userDrawn="1">
          <p15:clr>
            <a:srgbClr val="F26B43"/>
          </p15:clr>
        </p15:guide>
        <p15:guide id="3" orient="horz" pos="3912" userDrawn="1">
          <p15:clr>
            <a:srgbClr val="F26B43"/>
          </p15:clr>
        </p15:guide>
        <p15:guide id="4" orient="horz" pos="412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eg"/><Relationship Id="rId4" Type="http://schemas.openxmlformats.org/officeDocument/2006/relationships/chart" Target="../charts/char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B88487-DB31-A24E-8177-65845A04A643}"/>
              </a:ext>
            </a:extLst>
          </p:cNvPr>
          <p:cNvSpPr/>
          <p:nvPr/>
        </p:nvSpPr>
        <p:spPr>
          <a:xfrm>
            <a:off x="910336" y="731838"/>
            <a:ext cx="787806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3000" dirty="0"/>
              <a:t>Instructions </a:t>
            </a:r>
            <a:r>
              <a:rPr lang="en-US" sz="3000" i="1" dirty="0"/>
              <a:t>(delete this slide)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3A576E-A44F-664D-B9C4-8B611FB7763D}"/>
              </a:ext>
            </a:extLst>
          </p:cNvPr>
          <p:cNvSpPr/>
          <p:nvPr/>
        </p:nvSpPr>
        <p:spPr>
          <a:xfrm>
            <a:off x="910336" y="1481138"/>
            <a:ext cx="7878064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b="1" dirty="0"/>
              <a:t>Save this document </a:t>
            </a:r>
            <a:r>
              <a:rPr lang="en-US" dirty="0"/>
              <a:t>with a new name before you begin work.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When adding a new slide, click on the </a:t>
            </a:r>
            <a:r>
              <a:rPr lang="en-US" b="1" dirty="0"/>
              <a:t>small arrow</a:t>
            </a:r>
            <a:r>
              <a:rPr lang="en-US" dirty="0"/>
              <a:t> next to “New Slide” on the toolbar. </a:t>
            </a:r>
            <a:r>
              <a:rPr lang="en-US" b="1" dirty="0"/>
              <a:t>Select the layout </a:t>
            </a:r>
            <a:r>
              <a:rPr lang="en-US" dirty="0"/>
              <a:t>that will best fit the content you want to add.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Change the layout of an existing slide: click the </a:t>
            </a:r>
            <a:r>
              <a:rPr lang="en-US" b="1" dirty="0"/>
              <a:t>“Layout” button </a:t>
            </a:r>
            <a:r>
              <a:rPr lang="en-US" dirty="0"/>
              <a:t>on the top toolbar to reformat your existing content to another master slide.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The dashed lines on the slide are </a:t>
            </a:r>
            <a:r>
              <a:rPr lang="en-US" b="1" dirty="0"/>
              <a:t>guides</a:t>
            </a:r>
            <a:r>
              <a:rPr lang="en-US" dirty="0"/>
              <a:t>. If you prefer to turn them off, go to the View menu, down to Guides and uncheck Guides. 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Refer to </a:t>
            </a:r>
            <a:r>
              <a:rPr lang="en-US" b="1" dirty="0" err="1"/>
              <a:t>utdallas.edu</a:t>
            </a:r>
            <a:r>
              <a:rPr lang="en-US" b="1" dirty="0"/>
              <a:t>/brand</a:t>
            </a:r>
            <a:r>
              <a:rPr lang="en-US" dirty="0"/>
              <a:t> for specific rules on using the University logos and wordmarks.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193C01-8878-2647-9FBA-0EBD0ABE326D}"/>
              </a:ext>
            </a:extLst>
          </p:cNvPr>
          <p:cNvSpPr/>
          <p:nvPr/>
        </p:nvSpPr>
        <p:spPr>
          <a:xfrm>
            <a:off x="910336" y="5666695"/>
            <a:ext cx="787806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3000" dirty="0" err="1">
                <a:solidFill>
                  <a:schemeClr val="accent5"/>
                </a:solidFill>
              </a:rPr>
              <a:t>UTD_Light.pptx</a:t>
            </a:r>
            <a:endParaRPr lang="en-US" sz="3000" i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569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Slide Example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3000" dirty="0">
                <a:solidFill>
                  <a:schemeClr val="tx1"/>
                </a:solidFill>
              </a:rPr>
              <a:t>Author Name</a:t>
            </a:r>
          </a:p>
          <a:p>
            <a:pPr lvl="1"/>
            <a:r>
              <a:rPr lang="en-US" sz="2500" dirty="0">
                <a:solidFill>
                  <a:schemeClr val="tx1"/>
                </a:solidFill>
              </a:rPr>
              <a:t>Position title</a:t>
            </a:r>
          </a:p>
          <a:p>
            <a:pPr lvl="1"/>
            <a:r>
              <a:rPr lang="en-US" sz="2500" dirty="0">
                <a:solidFill>
                  <a:schemeClr val="tx1"/>
                </a:solidFill>
              </a:rPr>
              <a:t>Other information, such as School or Department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3EF3AA-C5AC-9E4F-87B2-F0A90D2DA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641" y="670560"/>
            <a:ext cx="5500718" cy="95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756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idx="28"/>
          </p:nvPr>
        </p:nvSpPr>
        <p:spPr>
          <a:xfrm>
            <a:off x="914400" y="476296"/>
            <a:ext cx="10363200" cy="451948"/>
          </a:xfrm>
        </p:spPr>
        <p:txBody>
          <a:bodyPr/>
          <a:lstStyle/>
          <a:p>
            <a:r>
              <a:rPr lang="en-US" dirty="0">
                <a:solidFill>
                  <a:srgbClr val="C95C3A"/>
                </a:solidFill>
              </a:rPr>
              <a:t>Typographic hierarchy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13254"/>
            <a:ext cx="10363200" cy="914402"/>
          </a:xfrm>
        </p:spPr>
        <p:txBody>
          <a:bodyPr/>
          <a:lstStyle/>
          <a:p>
            <a:r>
              <a:rPr lang="en-US" dirty="0"/>
              <a:t>Creating contrast with type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>
          <a:xfrm>
            <a:off x="914400" y="1688125"/>
            <a:ext cx="6705600" cy="4120810"/>
          </a:xfrm>
        </p:spPr>
        <p:txBody>
          <a:bodyPr/>
          <a:lstStyle/>
          <a:p>
            <a:r>
              <a:rPr lang="en-US" b="1" i="0" dirty="0">
                <a:solidFill>
                  <a:srgbClr val="C95C3A"/>
                </a:solidFill>
              </a:rPr>
              <a:t>If you type in the field to the right titled “Click to add text”, you get this text style. Use for calling out </a:t>
            </a:r>
            <a:r>
              <a:rPr lang="en-US" b="1" i="0" dirty="0">
                <a:solidFill>
                  <a:schemeClr val="accent5"/>
                </a:solidFill>
              </a:rPr>
              <a:t>one main idea </a:t>
            </a:r>
            <a:r>
              <a:rPr lang="en-US" b="1" i="0" dirty="0">
                <a:solidFill>
                  <a:srgbClr val="C95C3A"/>
                </a:solidFill>
              </a:rPr>
              <a:t>on a slide.</a:t>
            </a:r>
          </a:p>
          <a:p>
            <a:pPr lvl="1"/>
            <a:r>
              <a:rPr lang="en-US" dirty="0"/>
              <a:t>Hit RETURN and TAB and the text changes to this style.</a:t>
            </a:r>
          </a:p>
          <a:p>
            <a:pPr lvl="2"/>
            <a:r>
              <a:rPr lang="en-US" sz="2000" dirty="0"/>
              <a:t>Hit RETURN and TAB again and it changes to a size that works great for body copy. This is an efficient way of setting up the typographic hierarchy.</a:t>
            </a:r>
          </a:p>
          <a:p>
            <a:pPr lvl="3"/>
            <a:r>
              <a:rPr lang="en-US" sz="2000" dirty="0"/>
              <a:t>A fourth “Enter + Tab” sequence gives a bulleted style.</a:t>
            </a:r>
          </a:p>
          <a:p>
            <a:pPr lvl="3"/>
            <a:r>
              <a:rPr lang="en-US" sz="2000" dirty="0"/>
              <a:t>Hit “Shift + Tab” to cycle backwards through the option.</a:t>
            </a:r>
          </a:p>
          <a:p>
            <a:pPr lvl="3"/>
            <a:r>
              <a:rPr lang="en-US" sz="2000" dirty="0"/>
              <a:t>Try it now for yourself to the right.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156D17F-9799-B341-BD08-5E5E75D1EBB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229599" y="1688125"/>
            <a:ext cx="3446585" cy="4120810"/>
          </a:xfrm>
        </p:spPr>
        <p:txBody>
          <a:bodyPr/>
          <a:lstStyle/>
          <a:p>
            <a:endParaRPr lang="en-US" b="1" i="0" dirty="0">
              <a:solidFill>
                <a:srgbClr val="C95C3A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B19AACF-7B35-8340-8D31-8C291A22EC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879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BA7399-41F2-6142-B7DE-CE3EEAB169B8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US" dirty="0"/>
              <a:t>Structure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Three-column layout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>
              <a:buNone/>
            </a:pPr>
            <a:r>
              <a:rPr lang="en-US" b="1" i="0" dirty="0"/>
              <a:t>24-pt Header type</a:t>
            </a:r>
          </a:p>
          <a:p>
            <a:pPr lvl="1"/>
            <a:r>
              <a:rPr lang="en-US" dirty="0"/>
              <a:t>This is a statement. Important information.</a:t>
            </a:r>
            <a:endParaRPr lang="en-US" sz="2000" dirty="0"/>
          </a:p>
          <a:p>
            <a:pPr lvl="3"/>
            <a:r>
              <a:rPr lang="en-US" sz="2000" dirty="0"/>
              <a:t>This is a bullet point.</a:t>
            </a:r>
          </a:p>
          <a:p>
            <a:pPr lvl="4"/>
            <a:r>
              <a:rPr lang="en-US" sz="2000" dirty="0"/>
              <a:t>This is a sub-bullet point.</a:t>
            </a:r>
          </a:p>
          <a:p>
            <a:pPr lvl="4"/>
            <a:r>
              <a:rPr lang="en-US" sz="2000" dirty="0"/>
              <a:t>This is the second sub-bullet point.</a:t>
            </a:r>
          </a:p>
          <a:p>
            <a:pPr lvl="4"/>
            <a:endParaRPr lang="en-US" dirty="0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2D3C42F3-644B-7F4A-A81F-724E42153478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pPr>
              <a:buNone/>
            </a:pPr>
            <a:r>
              <a:rPr lang="en-US" b="1" i="0" dirty="0"/>
              <a:t>24-pt Header type</a:t>
            </a:r>
          </a:p>
          <a:p>
            <a:pPr lvl="1"/>
            <a:r>
              <a:rPr lang="en-US" dirty="0"/>
              <a:t>This is a statement. Important information.</a:t>
            </a:r>
            <a:endParaRPr lang="en-US" sz="2000" dirty="0"/>
          </a:p>
          <a:p>
            <a:pPr lvl="3"/>
            <a:r>
              <a:rPr lang="en-US" sz="2000" dirty="0"/>
              <a:t>This is a bullet point.</a:t>
            </a:r>
          </a:p>
          <a:p>
            <a:pPr lvl="4"/>
            <a:r>
              <a:rPr lang="en-US" sz="2000" dirty="0"/>
              <a:t>This is a sub-bullet point.</a:t>
            </a:r>
          </a:p>
          <a:p>
            <a:pPr lvl="4"/>
            <a:r>
              <a:rPr lang="en-US" sz="2000" dirty="0"/>
              <a:t>This is the second sub-bullet point.</a:t>
            </a:r>
          </a:p>
          <a:p>
            <a:pPr lvl="4"/>
            <a:endParaRPr lang="en-US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74B2DCD7-AD3A-9440-9EB9-31AE914DBB40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pPr>
              <a:buNone/>
            </a:pPr>
            <a:r>
              <a:rPr lang="en-US" b="1" i="0" dirty="0"/>
              <a:t>24-pt Header type</a:t>
            </a:r>
          </a:p>
          <a:p>
            <a:pPr lvl="1"/>
            <a:r>
              <a:rPr lang="en-US" dirty="0"/>
              <a:t>This is a statement. Important information.</a:t>
            </a:r>
            <a:endParaRPr lang="en-US" sz="2000" dirty="0"/>
          </a:p>
          <a:p>
            <a:pPr lvl="3"/>
            <a:r>
              <a:rPr lang="en-US" sz="2000" dirty="0"/>
              <a:t>This is a bullet point.</a:t>
            </a:r>
          </a:p>
          <a:p>
            <a:pPr lvl="4"/>
            <a:r>
              <a:rPr lang="en-US" sz="2000" dirty="0"/>
              <a:t>This is a sub-bullet point.</a:t>
            </a:r>
          </a:p>
          <a:p>
            <a:pPr lvl="4"/>
            <a:r>
              <a:rPr lang="en-US" sz="2000" dirty="0"/>
              <a:t>This is the second sub-bullet point.</a:t>
            </a:r>
          </a:p>
          <a:p>
            <a:pPr lvl="4"/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Footer information</a:t>
            </a:r>
          </a:p>
        </p:txBody>
      </p:sp>
    </p:spTree>
    <p:extLst>
      <p:ext uri="{BB962C8B-B14F-4D97-AF65-F5344CB8AC3E}">
        <p14:creationId xmlns:p14="http://schemas.microsoft.com/office/powerpoint/2010/main" val="291753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US"/>
              <a:t>Displaying data</a:t>
            </a:r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</a:t>
            </a:r>
            <a:endParaRPr lang="en-US" dirty="0"/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625417"/>
              </p:ext>
            </p:extLst>
          </p:nvPr>
        </p:nvGraphicFramePr>
        <p:xfrm>
          <a:off x="626534" y="1577389"/>
          <a:ext cx="11040534" cy="4693030"/>
        </p:xfrm>
        <a:graphic>
          <a:graphicData uri="http://schemas.openxmlformats.org/drawingml/2006/table">
            <a:tbl>
              <a:tblPr>
                <a:tableStyleId>{68D230F3-CF80-4859-8CE7-A43EE81993B5}</a:tableStyleId>
              </a:tblPr>
              <a:tblGrid>
                <a:gridCol w="3680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0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01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4968"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2"/>
                          </a:solidFill>
                          <a:latin typeface="Franklin Gothic Demi Cond" panose="020B0706030402020204" pitchFamily="34" charset="0"/>
                        </a:rPr>
                        <a:t>Table header</a:t>
                      </a:r>
                    </a:p>
                  </a:txBody>
                  <a:tcPr marL="103858" marR="207717" marT="83087" marB="83087">
                    <a:lnL>
                      <a:noFill/>
                    </a:lnL>
                    <a:lnR>
                      <a:noFill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2"/>
                          </a:solidFill>
                          <a:latin typeface="Franklin Gothic Demi Cond" panose="020B0706030402020204" pitchFamily="34" charset="0"/>
                        </a:rPr>
                        <a:t>Table header</a:t>
                      </a:r>
                    </a:p>
                  </a:txBody>
                  <a:tcPr marL="103858" marR="207717" marT="83087" marB="83087">
                    <a:lnL>
                      <a:noFill/>
                    </a:lnL>
                    <a:lnR>
                      <a:noFill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chemeClr val="bg2"/>
                      </a:fgClr>
                      <a:bgClr>
                        <a:schemeClr val="tx2">
                          <a:lumMod val="20000"/>
                          <a:lumOff val="80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2"/>
                          </a:solidFill>
                          <a:latin typeface="Franklin Gothic Demi Cond" panose="020B0706030402020204" pitchFamily="34" charset="0"/>
                        </a:rPr>
                        <a:t>Table header</a:t>
                      </a:r>
                    </a:p>
                  </a:txBody>
                  <a:tcPr marL="103858" marR="207717" marT="83087" marB="83087">
                    <a:lnL>
                      <a:noFill/>
                    </a:lnL>
                    <a:lnR>
                      <a:noFill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72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  <a:latin typeface="Franklin Gothic Book" panose="020B0503020102020204" pitchFamily="34" charset="0"/>
                        </a:rPr>
                        <a:t>This is a text block</a:t>
                      </a:r>
                      <a:r>
                        <a:rPr lang="en-US" sz="2000" baseline="0" dirty="0">
                          <a:solidFill>
                            <a:schemeClr val="tx2"/>
                          </a:solidFill>
                          <a:latin typeface="Franklin Gothic Book" panose="020B0503020102020204" pitchFamily="34" charset="0"/>
                        </a:rPr>
                        <a:t> where you can tab across and add copy</a:t>
                      </a:r>
                      <a:endParaRPr lang="en-US" sz="2000" dirty="0">
                        <a:solidFill>
                          <a:schemeClr val="tx2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marL="103858" marR="207717" marT="207717" marB="207717"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  <a:latin typeface="Franklin Gothic Book" panose="020B0503020102020204" pitchFamily="34" charset="0"/>
                        </a:rPr>
                        <a:t>This is a text block</a:t>
                      </a:r>
                      <a:r>
                        <a:rPr lang="en-US" sz="2000" baseline="0" dirty="0">
                          <a:solidFill>
                            <a:schemeClr val="tx2"/>
                          </a:solidFill>
                          <a:latin typeface="Franklin Gothic Book" panose="020B0503020102020204" pitchFamily="34" charset="0"/>
                        </a:rPr>
                        <a:t> where you can tab across and add copy</a:t>
                      </a:r>
                      <a:endParaRPr lang="en-US" sz="2000" dirty="0">
                        <a:solidFill>
                          <a:schemeClr val="tx2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marL="103858" marR="207717" marT="207717" marB="207717"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  <a:latin typeface="Franklin Gothic Book" panose="020B0503020102020204" pitchFamily="34" charset="0"/>
                        </a:rPr>
                        <a:t>This is a text block</a:t>
                      </a:r>
                      <a:r>
                        <a:rPr lang="en-US" sz="2000" baseline="0" dirty="0">
                          <a:solidFill>
                            <a:schemeClr val="tx2"/>
                          </a:solidFill>
                          <a:latin typeface="Franklin Gothic Book" panose="020B0503020102020204" pitchFamily="34" charset="0"/>
                        </a:rPr>
                        <a:t> where you can tab across and add copy</a:t>
                      </a:r>
                      <a:endParaRPr lang="en-US" sz="2000" dirty="0">
                        <a:solidFill>
                          <a:schemeClr val="tx2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marL="103858" marR="207717" marT="207717" marB="207717"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72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  <a:latin typeface="Franklin Gothic Book" panose="020B0503020102020204" pitchFamily="34" charset="0"/>
                        </a:rPr>
                        <a:t>This is a text block</a:t>
                      </a:r>
                      <a:r>
                        <a:rPr lang="en-US" sz="2000" baseline="0" dirty="0">
                          <a:solidFill>
                            <a:schemeClr val="tx2"/>
                          </a:solidFill>
                          <a:latin typeface="Franklin Gothic Book" panose="020B0503020102020204" pitchFamily="34" charset="0"/>
                        </a:rPr>
                        <a:t> where you can tab across and add copy</a:t>
                      </a:r>
                      <a:endParaRPr lang="en-US" sz="2000" dirty="0">
                        <a:solidFill>
                          <a:schemeClr val="tx2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marL="103858" marR="207717" marT="207717" marB="207717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  <a:latin typeface="Franklin Gothic Book" panose="020B0503020102020204" pitchFamily="34" charset="0"/>
                        </a:rPr>
                        <a:t>This is a text block</a:t>
                      </a:r>
                      <a:r>
                        <a:rPr lang="en-US" sz="2000" baseline="0" dirty="0">
                          <a:solidFill>
                            <a:schemeClr val="tx2"/>
                          </a:solidFill>
                          <a:latin typeface="Franklin Gothic Book" panose="020B0503020102020204" pitchFamily="34" charset="0"/>
                        </a:rPr>
                        <a:t> where you can tab across and add copy</a:t>
                      </a:r>
                      <a:endParaRPr lang="en-US" sz="2000" dirty="0">
                        <a:solidFill>
                          <a:schemeClr val="tx2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marL="103858" marR="207717" marT="207717" marB="207717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chemeClr val="bg2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  <a:latin typeface="Franklin Gothic Book" panose="020B0503020102020204" pitchFamily="34" charset="0"/>
                        </a:rPr>
                        <a:t>This is a text block</a:t>
                      </a:r>
                      <a:r>
                        <a:rPr lang="en-US" sz="2000" baseline="0" dirty="0">
                          <a:solidFill>
                            <a:schemeClr val="tx2"/>
                          </a:solidFill>
                          <a:latin typeface="Franklin Gothic Book" panose="020B0503020102020204" pitchFamily="34" charset="0"/>
                        </a:rPr>
                        <a:t> where you can tab across and add copy</a:t>
                      </a:r>
                      <a:endParaRPr lang="en-US" sz="2000" dirty="0">
                        <a:solidFill>
                          <a:schemeClr val="tx2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marL="103858" marR="207717" marT="207717" marB="207717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72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  <a:latin typeface="Franklin Gothic Book" panose="020B0503020102020204" pitchFamily="34" charset="0"/>
                        </a:rPr>
                        <a:t>This is a text block</a:t>
                      </a:r>
                      <a:r>
                        <a:rPr lang="en-US" sz="2000" baseline="0" dirty="0">
                          <a:solidFill>
                            <a:schemeClr val="tx2"/>
                          </a:solidFill>
                          <a:latin typeface="Franklin Gothic Book" panose="020B0503020102020204" pitchFamily="34" charset="0"/>
                        </a:rPr>
                        <a:t> where you can tab across and add copy</a:t>
                      </a:r>
                      <a:endParaRPr lang="en-US" sz="2000" dirty="0">
                        <a:solidFill>
                          <a:schemeClr val="tx2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marL="103858" marR="207717" marT="207717" marB="207717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  <a:latin typeface="Franklin Gothic Book" panose="020B0503020102020204" pitchFamily="34" charset="0"/>
                        </a:rPr>
                        <a:t>This is a text block</a:t>
                      </a:r>
                      <a:r>
                        <a:rPr lang="en-US" sz="2000" baseline="0" dirty="0">
                          <a:solidFill>
                            <a:schemeClr val="tx2"/>
                          </a:solidFill>
                          <a:latin typeface="Franklin Gothic Book" panose="020B0503020102020204" pitchFamily="34" charset="0"/>
                        </a:rPr>
                        <a:t> where you can tab across and add copy</a:t>
                      </a:r>
                      <a:endParaRPr lang="en-US" sz="2000" dirty="0">
                        <a:solidFill>
                          <a:schemeClr val="tx2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marL="103858" marR="207717" marT="207717" marB="207717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chemeClr val="bg2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  <a:latin typeface="Franklin Gothic Book" panose="020B0503020102020204" pitchFamily="34" charset="0"/>
                        </a:rPr>
                        <a:t>This is a text block</a:t>
                      </a:r>
                      <a:r>
                        <a:rPr lang="en-US" sz="2000" baseline="0" dirty="0">
                          <a:solidFill>
                            <a:schemeClr val="tx2"/>
                          </a:solidFill>
                          <a:latin typeface="Franklin Gothic Book" panose="020B0503020102020204" pitchFamily="34" charset="0"/>
                        </a:rPr>
                        <a:t> where you can tab across and add copy</a:t>
                      </a:r>
                      <a:endParaRPr lang="en-US" sz="2000" dirty="0">
                        <a:solidFill>
                          <a:schemeClr val="tx2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marL="103858" marR="207717" marT="207717" marB="207717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72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  <a:latin typeface="Franklin Gothic Book" panose="020B0503020102020204" pitchFamily="34" charset="0"/>
                        </a:rPr>
                        <a:t>This is a text block</a:t>
                      </a:r>
                      <a:r>
                        <a:rPr lang="en-US" sz="2000" baseline="0" dirty="0">
                          <a:solidFill>
                            <a:schemeClr val="tx2"/>
                          </a:solidFill>
                          <a:latin typeface="Franklin Gothic Book" panose="020B0503020102020204" pitchFamily="34" charset="0"/>
                        </a:rPr>
                        <a:t> where you can tab across and add copy</a:t>
                      </a:r>
                      <a:endParaRPr lang="en-US" sz="2000" dirty="0">
                        <a:solidFill>
                          <a:schemeClr val="tx2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marL="103858" marR="207717" marT="207717" marB="207717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  <a:latin typeface="Franklin Gothic Book" panose="020B0503020102020204" pitchFamily="34" charset="0"/>
                        </a:rPr>
                        <a:t>This is a text block</a:t>
                      </a:r>
                      <a:r>
                        <a:rPr lang="en-US" sz="2000" baseline="0" dirty="0">
                          <a:solidFill>
                            <a:schemeClr val="tx2"/>
                          </a:solidFill>
                          <a:latin typeface="Franklin Gothic Book" panose="020B0503020102020204" pitchFamily="34" charset="0"/>
                        </a:rPr>
                        <a:t> where you can tab across and add copy</a:t>
                      </a:r>
                      <a:endParaRPr lang="en-US" sz="2000" dirty="0">
                        <a:solidFill>
                          <a:schemeClr val="tx2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marL="103858" marR="207717" marT="207717" marB="207717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chemeClr val="bg2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  <a:latin typeface="Franklin Gothic Book" panose="020B0503020102020204" pitchFamily="34" charset="0"/>
                        </a:rPr>
                        <a:t>This is a text block</a:t>
                      </a:r>
                      <a:r>
                        <a:rPr lang="en-US" sz="2000" baseline="0" dirty="0">
                          <a:solidFill>
                            <a:schemeClr val="tx2"/>
                          </a:solidFill>
                          <a:latin typeface="Franklin Gothic Book" panose="020B0503020102020204" pitchFamily="34" charset="0"/>
                        </a:rPr>
                        <a:t> where you can tab across and add copy</a:t>
                      </a:r>
                      <a:endParaRPr lang="en-US" sz="2000" dirty="0">
                        <a:solidFill>
                          <a:schemeClr val="tx2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marL="103858" marR="207717" marT="207717" marB="207717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 Placeholder 1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Footer information</a:t>
            </a:r>
          </a:p>
        </p:txBody>
      </p:sp>
    </p:spTree>
    <p:extLst>
      <p:ext uri="{BB962C8B-B14F-4D97-AF65-F5344CB8AC3E}">
        <p14:creationId xmlns:p14="http://schemas.microsoft.com/office/powerpoint/2010/main" val="3431987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US"/>
              <a:t>Displaying data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Column chart (single category)</a:t>
            </a:r>
            <a:endParaRPr lang="en-US" dirty="0"/>
          </a:p>
        </p:txBody>
      </p:sp>
      <p:graphicFrame>
        <p:nvGraphicFramePr>
          <p:cNvPr id="9" name="Chart Placeholder 8"/>
          <p:cNvGraphicFramePr>
            <a:graphicFrameLocks noGrp="1"/>
          </p:cNvGraphicFramePr>
          <p:nvPr>
            <p:ph type="chart" sz="quarter" idx="29"/>
            <p:extLst>
              <p:ext uri="{D42A27DB-BD31-4B8C-83A1-F6EECF244321}">
                <p14:modId xmlns:p14="http://schemas.microsoft.com/office/powerpoint/2010/main" val="1594392835"/>
              </p:ext>
            </p:extLst>
          </p:nvPr>
        </p:nvGraphicFramePr>
        <p:xfrm>
          <a:off x="914400" y="2057400"/>
          <a:ext cx="103632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1085D119-0047-0A45-B5C3-F35BBAFE61CD}"/>
              </a:ext>
            </a:extLst>
          </p:cNvPr>
          <p:cNvSpPr/>
          <p:nvPr/>
        </p:nvSpPr>
        <p:spPr>
          <a:xfrm>
            <a:off x="8765181" y="1837486"/>
            <a:ext cx="1783550" cy="1117749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45720" rIns="45720" bIns="45720" rtlCol="0" anchor="ctr"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Franklin Gothic Demi Cond" panose="020B0706030402020204" pitchFamily="34" charset="0"/>
              </a:rPr>
              <a:t>Callout example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8B8181-4436-A248-9467-3A824C58A913}"/>
              </a:ext>
            </a:extLst>
          </p:cNvPr>
          <p:cNvSpPr/>
          <p:nvPr/>
        </p:nvSpPr>
        <p:spPr>
          <a:xfrm>
            <a:off x="9656956" y="2648353"/>
            <a:ext cx="1783550" cy="1409297"/>
          </a:xfrm>
          <a:custGeom>
            <a:avLst/>
            <a:gdLst>
              <a:gd name="connsiteX0" fmla="*/ 0 w 1783550"/>
              <a:gd name="connsiteY0" fmla="*/ 0 h 1117749"/>
              <a:gd name="connsiteX1" fmla="*/ 1783550 w 1783550"/>
              <a:gd name="connsiteY1" fmla="*/ 0 h 1117749"/>
              <a:gd name="connsiteX2" fmla="*/ 1783550 w 1783550"/>
              <a:gd name="connsiteY2" fmla="*/ 1117749 h 1117749"/>
              <a:gd name="connsiteX3" fmla="*/ 0 w 1783550"/>
              <a:gd name="connsiteY3" fmla="*/ 1117749 h 1117749"/>
              <a:gd name="connsiteX4" fmla="*/ 0 w 1783550"/>
              <a:gd name="connsiteY4" fmla="*/ 0 h 1117749"/>
              <a:gd name="connsiteX0" fmla="*/ 0 w 1783550"/>
              <a:gd name="connsiteY0" fmla="*/ 0 h 1117749"/>
              <a:gd name="connsiteX1" fmla="*/ 1783550 w 1783550"/>
              <a:gd name="connsiteY1" fmla="*/ 0 h 1117749"/>
              <a:gd name="connsiteX2" fmla="*/ 1783550 w 1783550"/>
              <a:gd name="connsiteY2" fmla="*/ 1117749 h 1117749"/>
              <a:gd name="connsiteX3" fmla="*/ 908907 w 1783550"/>
              <a:gd name="connsiteY3" fmla="*/ 1117749 h 1117749"/>
              <a:gd name="connsiteX4" fmla="*/ 0 w 1783550"/>
              <a:gd name="connsiteY4" fmla="*/ 1117749 h 1117749"/>
              <a:gd name="connsiteX5" fmla="*/ 0 w 1783550"/>
              <a:gd name="connsiteY5" fmla="*/ 0 h 1117749"/>
              <a:gd name="connsiteX0" fmla="*/ 0 w 1783550"/>
              <a:gd name="connsiteY0" fmla="*/ 0 h 1329784"/>
              <a:gd name="connsiteX1" fmla="*/ 1783550 w 1783550"/>
              <a:gd name="connsiteY1" fmla="*/ 0 h 1329784"/>
              <a:gd name="connsiteX2" fmla="*/ 1783550 w 1783550"/>
              <a:gd name="connsiteY2" fmla="*/ 1117749 h 1329784"/>
              <a:gd name="connsiteX3" fmla="*/ 895655 w 1783550"/>
              <a:gd name="connsiteY3" fmla="*/ 1329784 h 1329784"/>
              <a:gd name="connsiteX4" fmla="*/ 0 w 1783550"/>
              <a:gd name="connsiteY4" fmla="*/ 1117749 h 1329784"/>
              <a:gd name="connsiteX5" fmla="*/ 0 w 1783550"/>
              <a:gd name="connsiteY5" fmla="*/ 0 h 1329784"/>
              <a:gd name="connsiteX0" fmla="*/ 0 w 1783550"/>
              <a:gd name="connsiteY0" fmla="*/ 0 h 1409297"/>
              <a:gd name="connsiteX1" fmla="*/ 1783550 w 1783550"/>
              <a:gd name="connsiteY1" fmla="*/ 0 h 1409297"/>
              <a:gd name="connsiteX2" fmla="*/ 1783550 w 1783550"/>
              <a:gd name="connsiteY2" fmla="*/ 1117749 h 1409297"/>
              <a:gd name="connsiteX3" fmla="*/ 895655 w 1783550"/>
              <a:gd name="connsiteY3" fmla="*/ 1409297 h 1409297"/>
              <a:gd name="connsiteX4" fmla="*/ 0 w 1783550"/>
              <a:gd name="connsiteY4" fmla="*/ 1117749 h 1409297"/>
              <a:gd name="connsiteX5" fmla="*/ 0 w 1783550"/>
              <a:gd name="connsiteY5" fmla="*/ 0 h 1409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83550" h="1409297">
                <a:moveTo>
                  <a:pt x="0" y="0"/>
                </a:moveTo>
                <a:lnTo>
                  <a:pt x="1783550" y="0"/>
                </a:lnTo>
                <a:lnTo>
                  <a:pt x="1783550" y="1117749"/>
                </a:lnTo>
                <a:lnTo>
                  <a:pt x="895655" y="1409297"/>
                </a:lnTo>
                <a:lnTo>
                  <a:pt x="0" y="1117749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0" rIns="45720" bIns="45720" rtlCol="0" anchor="ctr"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Franklin Gothic Demi Cond" panose="020B0706030402020204" pitchFamily="34" charset="0"/>
              </a:rPr>
              <a:t>Callout example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Footer information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6AF171-5E30-F44E-85FE-B6B13F163002}"/>
              </a:ext>
            </a:extLst>
          </p:cNvPr>
          <p:cNvSpPr/>
          <p:nvPr/>
        </p:nvSpPr>
        <p:spPr>
          <a:xfrm>
            <a:off x="4267200" y="6210300"/>
            <a:ext cx="8247636" cy="964232"/>
          </a:xfrm>
          <a:prstGeom prst="rect">
            <a:avLst/>
          </a:prstGeom>
          <a:solidFill>
            <a:srgbClr val="FE12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r>
              <a:rPr lang="en-US" sz="2500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Right-click the chart and </a:t>
            </a:r>
            <a:br>
              <a:rPr lang="en-US" sz="2500" dirty="0">
                <a:solidFill>
                  <a:schemeClr val="bg1"/>
                </a:solidFill>
                <a:latin typeface="Franklin Gothic Demi Cond" panose="020B0706030402020204" pitchFamily="34" charset="0"/>
              </a:rPr>
            </a:br>
            <a:r>
              <a:rPr lang="en-US" sz="2500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select “Edit Data in Excel” to customize the values.</a:t>
            </a:r>
            <a:endParaRPr lang="en-US" sz="1400" i="1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858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US"/>
              <a:t>Displaying data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Column chart (multi-category)</a:t>
            </a:r>
            <a:endParaRPr lang="en-US" dirty="0"/>
          </a:p>
        </p:txBody>
      </p:sp>
      <p:graphicFrame>
        <p:nvGraphicFramePr>
          <p:cNvPr id="9" name="Chart Placeholder 8"/>
          <p:cNvGraphicFramePr>
            <a:graphicFrameLocks noGrp="1"/>
          </p:cNvGraphicFramePr>
          <p:nvPr>
            <p:ph type="chart" sz="quarter" idx="29"/>
            <p:extLst>
              <p:ext uri="{D42A27DB-BD31-4B8C-83A1-F6EECF244321}">
                <p14:modId xmlns:p14="http://schemas.microsoft.com/office/powerpoint/2010/main" val="3286024714"/>
              </p:ext>
            </p:extLst>
          </p:nvPr>
        </p:nvGraphicFramePr>
        <p:xfrm>
          <a:off x="914400" y="2057400"/>
          <a:ext cx="103632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F17474B-65B0-4445-A3E7-A350AAD3D0A2}"/>
              </a:ext>
            </a:extLst>
          </p:cNvPr>
          <p:cNvSpPr/>
          <p:nvPr/>
        </p:nvSpPr>
        <p:spPr>
          <a:xfrm>
            <a:off x="9056728" y="1619140"/>
            <a:ext cx="1783550" cy="1117749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45720" rIns="45720" bIns="45720" rtlCol="0" anchor="ctr"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Franklin Gothic Demi Cond" panose="020B0706030402020204" pitchFamily="34" charset="0"/>
              </a:rPr>
              <a:t>Callout example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7C5F4E-D144-0541-90BE-0914331E7225}"/>
              </a:ext>
            </a:extLst>
          </p:cNvPr>
          <p:cNvSpPr/>
          <p:nvPr/>
        </p:nvSpPr>
        <p:spPr>
          <a:xfrm>
            <a:off x="9948503" y="2430007"/>
            <a:ext cx="1783550" cy="1409297"/>
          </a:xfrm>
          <a:custGeom>
            <a:avLst/>
            <a:gdLst>
              <a:gd name="connsiteX0" fmla="*/ 0 w 1783550"/>
              <a:gd name="connsiteY0" fmla="*/ 0 h 1117749"/>
              <a:gd name="connsiteX1" fmla="*/ 1783550 w 1783550"/>
              <a:gd name="connsiteY1" fmla="*/ 0 h 1117749"/>
              <a:gd name="connsiteX2" fmla="*/ 1783550 w 1783550"/>
              <a:gd name="connsiteY2" fmla="*/ 1117749 h 1117749"/>
              <a:gd name="connsiteX3" fmla="*/ 0 w 1783550"/>
              <a:gd name="connsiteY3" fmla="*/ 1117749 h 1117749"/>
              <a:gd name="connsiteX4" fmla="*/ 0 w 1783550"/>
              <a:gd name="connsiteY4" fmla="*/ 0 h 1117749"/>
              <a:gd name="connsiteX0" fmla="*/ 0 w 1783550"/>
              <a:gd name="connsiteY0" fmla="*/ 0 h 1117749"/>
              <a:gd name="connsiteX1" fmla="*/ 1783550 w 1783550"/>
              <a:gd name="connsiteY1" fmla="*/ 0 h 1117749"/>
              <a:gd name="connsiteX2" fmla="*/ 1783550 w 1783550"/>
              <a:gd name="connsiteY2" fmla="*/ 1117749 h 1117749"/>
              <a:gd name="connsiteX3" fmla="*/ 908907 w 1783550"/>
              <a:gd name="connsiteY3" fmla="*/ 1117749 h 1117749"/>
              <a:gd name="connsiteX4" fmla="*/ 0 w 1783550"/>
              <a:gd name="connsiteY4" fmla="*/ 1117749 h 1117749"/>
              <a:gd name="connsiteX5" fmla="*/ 0 w 1783550"/>
              <a:gd name="connsiteY5" fmla="*/ 0 h 1117749"/>
              <a:gd name="connsiteX0" fmla="*/ 0 w 1783550"/>
              <a:gd name="connsiteY0" fmla="*/ 0 h 1329784"/>
              <a:gd name="connsiteX1" fmla="*/ 1783550 w 1783550"/>
              <a:gd name="connsiteY1" fmla="*/ 0 h 1329784"/>
              <a:gd name="connsiteX2" fmla="*/ 1783550 w 1783550"/>
              <a:gd name="connsiteY2" fmla="*/ 1117749 h 1329784"/>
              <a:gd name="connsiteX3" fmla="*/ 895655 w 1783550"/>
              <a:gd name="connsiteY3" fmla="*/ 1329784 h 1329784"/>
              <a:gd name="connsiteX4" fmla="*/ 0 w 1783550"/>
              <a:gd name="connsiteY4" fmla="*/ 1117749 h 1329784"/>
              <a:gd name="connsiteX5" fmla="*/ 0 w 1783550"/>
              <a:gd name="connsiteY5" fmla="*/ 0 h 1329784"/>
              <a:gd name="connsiteX0" fmla="*/ 0 w 1783550"/>
              <a:gd name="connsiteY0" fmla="*/ 0 h 1409297"/>
              <a:gd name="connsiteX1" fmla="*/ 1783550 w 1783550"/>
              <a:gd name="connsiteY1" fmla="*/ 0 h 1409297"/>
              <a:gd name="connsiteX2" fmla="*/ 1783550 w 1783550"/>
              <a:gd name="connsiteY2" fmla="*/ 1117749 h 1409297"/>
              <a:gd name="connsiteX3" fmla="*/ 895655 w 1783550"/>
              <a:gd name="connsiteY3" fmla="*/ 1409297 h 1409297"/>
              <a:gd name="connsiteX4" fmla="*/ 0 w 1783550"/>
              <a:gd name="connsiteY4" fmla="*/ 1117749 h 1409297"/>
              <a:gd name="connsiteX5" fmla="*/ 0 w 1783550"/>
              <a:gd name="connsiteY5" fmla="*/ 0 h 1409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83550" h="1409297">
                <a:moveTo>
                  <a:pt x="0" y="0"/>
                </a:moveTo>
                <a:lnTo>
                  <a:pt x="1783550" y="0"/>
                </a:lnTo>
                <a:lnTo>
                  <a:pt x="1783550" y="1117749"/>
                </a:lnTo>
                <a:lnTo>
                  <a:pt x="895655" y="1409297"/>
                </a:lnTo>
                <a:lnTo>
                  <a:pt x="0" y="1117749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0" rIns="45720" bIns="45720" rtlCol="0" anchor="ctr"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Franklin Gothic Demi Cond" panose="020B0706030402020204" pitchFamily="34" charset="0"/>
              </a:rPr>
              <a:t>Callout example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Footer information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FFBAFC-C2DD-CC4A-94BC-C0C808ECCFA9}"/>
              </a:ext>
            </a:extLst>
          </p:cNvPr>
          <p:cNvSpPr/>
          <p:nvPr/>
        </p:nvSpPr>
        <p:spPr>
          <a:xfrm>
            <a:off x="4267200" y="6210300"/>
            <a:ext cx="8247636" cy="964232"/>
          </a:xfrm>
          <a:prstGeom prst="rect">
            <a:avLst/>
          </a:prstGeom>
          <a:solidFill>
            <a:srgbClr val="FE12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r>
              <a:rPr lang="en-US" sz="2500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Right-click the chart and </a:t>
            </a:r>
            <a:br>
              <a:rPr lang="en-US" sz="2500" dirty="0">
                <a:solidFill>
                  <a:schemeClr val="bg1"/>
                </a:solidFill>
                <a:latin typeface="Franklin Gothic Demi Cond" panose="020B0706030402020204" pitchFamily="34" charset="0"/>
              </a:rPr>
            </a:br>
            <a:r>
              <a:rPr lang="en-US" sz="2500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select “Edit Data in Excel” to customize the values.</a:t>
            </a:r>
            <a:endParaRPr lang="en-US" sz="1400" i="1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071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US"/>
              <a:t>Displaying data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Stacked column chart</a:t>
            </a:r>
            <a:endParaRPr lang="en-US" dirty="0"/>
          </a:p>
        </p:txBody>
      </p:sp>
      <p:graphicFrame>
        <p:nvGraphicFramePr>
          <p:cNvPr id="9" name="Chart Placeholder 8"/>
          <p:cNvGraphicFramePr>
            <a:graphicFrameLocks noGrp="1"/>
          </p:cNvGraphicFramePr>
          <p:nvPr>
            <p:ph type="chart" sz="quarter" idx="29"/>
            <p:extLst>
              <p:ext uri="{D42A27DB-BD31-4B8C-83A1-F6EECF244321}">
                <p14:modId xmlns:p14="http://schemas.microsoft.com/office/powerpoint/2010/main" val="380964919"/>
              </p:ext>
            </p:extLst>
          </p:nvPr>
        </p:nvGraphicFramePr>
        <p:xfrm>
          <a:off x="914400" y="2057400"/>
          <a:ext cx="103632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6F0E291E-9F37-474D-94D5-390CF3FF3508}"/>
              </a:ext>
            </a:extLst>
          </p:cNvPr>
          <p:cNvSpPr/>
          <p:nvPr/>
        </p:nvSpPr>
        <p:spPr>
          <a:xfrm>
            <a:off x="6252762" y="1503193"/>
            <a:ext cx="1783550" cy="1409297"/>
          </a:xfrm>
          <a:custGeom>
            <a:avLst/>
            <a:gdLst>
              <a:gd name="connsiteX0" fmla="*/ 0 w 1783550"/>
              <a:gd name="connsiteY0" fmla="*/ 0 h 1117749"/>
              <a:gd name="connsiteX1" fmla="*/ 1783550 w 1783550"/>
              <a:gd name="connsiteY1" fmla="*/ 0 h 1117749"/>
              <a:gd name="connsiteX2" fmla="*/ 1783550 w 1783550"/>
              <a:gd name="connsiteY2" fmla="*/ 1117749 h 1117749"/>
              <a:gd name="connsiteX3" fmla="*/ 0 w 1783550"/>
              <a:gd name="connsiteY3" fmla="*/ 1117749 h 1117749"/>
              <a:gd name="connsiteX4" fmla="*/ 0 w 1783550"/>
              <a:gd name="connsiteY4" fmla="*/ 0 h 1117749"/>
              <a:gd name="connsiteX0" fmla="*/ 0 w 1783550"/>
              <a:gd name="connsiteY0" fmla="*/ 0 h 1117749"/>
              <a:gd name="connsiteX1" fmla="*/ 1783550 w 1783550"/>
              <a:gd name="connsiteY1" fmla="*/ 0 h 1117749"/>
              <a:gd name="connsiteX2" fmla="*/ 1783550 w 1783550"/>
              <a:gd name="connsiteY2" fmla="*/ 1117749 h 1117749"/>
              <a:gd name="connsiteX3" fmla="*/ 908907 w 1783550"/>
              <a:gd name="connsiteY3" fmla="*/ 1117749 h 1117749"/>
              <a:gd name="connsiteX4" fmla="*/ 0 w 1783550"/>
              <a:gd name="connsiteY4" fmla="*/ 1117749 h 1117749"/>
              <a:gd name="connsiteX5" fmla="*/ 0 w 1783550"/>
              <a:gd name="connsiteY5" fmla="*/ 0 h 1117749"/>
              <a:gd name="connsiteX0" fmla="*/ 0 w 1783550"/>
              <a:gd name="connsiteY0" fmla="*/ 0 h 1329784"/>
              <a:gd name="connsiteX1" fmla="*/ 1783550 w 1783550"/>
              <a:gd name="connsiteY1" fmla="*/ 0 h 1329784"/>
              <a:gd name="connsiteX2" fmla="*/ 1783550 w 1783550"/>
              <a:gd name="connsiteY2" fmla="*/ 1117749 h 1329784"/>
              <a:gd name="connsiteX3" fmla="*/ 895655 w 1783550"/>
              <a:gd name="connsiteY3" fmla="*/ 1329784 h 1329784"/>
              <a:gd name="connsiteX4" fmla="*/ 0 w 1783550"/>
              <a:gd name="connsiteY4" fmla="*/ 1117749 h 1329784"/>
              <a:gd name="connsiteX5" fmla="*/ 0 w 1783550"/>
              <a:gd name="connsiteY5" fmla="*/ 0 h 1329784"/>
              <a:gd name="connsiteX0" fmla="*/ 0 w 1783550"/>
              <a:gd name="connsiteY0" fmla="*/ 0 h 1409297"/>
              <a:gd name="connsiteX1" fmla="*/ 1783550 w 1783550"/>
              <a:gd name="connsiteY1" fmla="*/ 0 h 1409297"/>
              <a:gd name="connsiteX2" fmla="*/ 1783550 w 1783550"/>
              <a:gd name="connsiteY2" fmla="*/ 1117749 h 1409297"/>
              <a:gd name="connsiteX3" fmla="*/ 895655 w 1783550"/>
              <a:gd name="connsiteY3" fmla="*/ 1409297 h 1409297"/>
              <a:gd name="connsiteX4" fmla="*/ 0 w 1783550"/>
              <a:gd name="connsiteY4" fmla="*/ 1117749 h 1409297"/>
              <a:gd name="connsiteX5" fmla="*/ 0 w 1783550"/>
              <a:gd name="connsiteY5" fmla="*/ 0 h 1409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83550" h="1409297">
                <a:moveTo>
                  <a:pt x="0" y="0"/>
                </a:moveTo>
                <a:lnTo>
                  <a:pt x="1783550" y="0"/>
                </a:lnTo>
                <a:lnTo>
                  <a:pt x="1783550" y="1117749"/>
                </a:lnTo>
                <a:lnTo>
                  <a:pt x="895655" y="1409297"/>
                </a:lnTo>
                <a:lnTo>
                  <a:pt x="0" y="1117749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0" rIns="45720" bIns="45720" rtlCol="0" anchor="ctr"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Franklin Gothic Demi Cond" panose="020B0706030402020204" pitchFamily="34" charset="0"/>
              </a:rPr>
              <a:t>Callout example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3236EB-F727-0A42-9F6A-CA5642E89041}"/>
              </a:ext>
            </a:extLst>
          </p:cNvPr>
          <p:cNvSpPr/>
          <p:nvPr/>
        </p:nvSpPr>
        <p:spPr>
          <a:xfrm>
            <a:off x="9628781" y="1337835"/>
            <a:ext cx="1783550" cy="1117749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45720" rIns="45720" bIns="45720" rtlCol="0" anchor="ctr"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Franklin Gothic Demi Cond" panose="020B0706030402020204" pitchFamily="34" charset="0"/>
              </a:rPr>
              <a:t>Callout example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Footer information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30350B-868C-F04F-9E67-0F179CC9B821}"/>
              </a:ext>
            </a:extLst>
          </p:cNvPr>
          <p:cNvSpPr/>
          <p:nvPr/>
        </p:nvSpPr>
        <p:spPr>
          <a:xfrm>
            <a:off x="4267200" y="6210300"/>
            <a:ext cx="8247636" cy="964232"/>
          </a:xfrm>
          <a:prstGeom prst="rect">
            <a:avLst/>
          </a:prstGeom>
          <a:solidFill>
            <a:srgbClr val="FE12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r>
              <a:rPr lang="en-US" sz="2500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Right-click the chart and </a:t>
            </a:r>
            <a:br>
              <a:rPr lang="en-US" sz="2500" dirty="0">
                <a:solidFill>
                  <a:schemeClr val="bg1"/>
                </a:solidFill>
                <a:latin typeface="Franklin Gothic Demi Cond" panose="020B0706030402020204" pitchFamily="34" charset="0"/>
              </a:rPr>
            </a:br>
            <a:r>
              <a:rPr lang="en-US" sz="2500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select “Edit Data in Excel” to customize the values.</a:t>
            </a:r>
            <a:endParaRPr lang="en-US" sz="1400" i="1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774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US" dirty="0"/>
              <a:t>Displaying data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 chart</a:t>
            </a:r>
          </a:p>
        </p:txBody>
      </p:sp>
      <p:graphicFrame>
        <p:nvGraphicFramePr>
          <p:cNvPr id="9" name="Chart Placeholder 8"/>
          <p:cNvGraphicFramePr>
            <a:graphicFrameLocks noGrp="1"/>
          </p:cNvGraphicFramePr>
          <p:nvPr>
            <p:ph type="chart" sz="quarter" idx="29"/>
            <p:extLst>
              <p:ext uri="{D42A27DB-BD31-4B8C-83A1-F6EECF244321}">
                <p14:modId xmlns:p14="http://schemas.microsoft.com/office/powerpoint/2010/main" val="2269329599"/>
              </p:ext>
            </p:extLst>
          </p:nvPr>
        </p:nvGraphicFramePr>
        <p:xfrm>
          <a:off x="914400" y="1606526"/>
          <a:ext cx="10363200" cy="44513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C502D587-D651-2749-B9A1-1833FDCEFFBC}"/>
              </a:ext>
            </a:extLst>
          </p:cNvPr>
          <p:cNvSpPr/>
          <p:nvPr/>
        </p:nvSpPr>
        <p:spPr>
          <a:xfrm>
            <a:off x="8765181" y="1837486"/>
            <a:ext cx="1783550" cy="1117749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45720" rIns="45720" bIns="45720" rtlCol="0" anchor="ctr"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Franklin Gothic Demi Cond" panose="020B0706030402020204" pitchFamily="34" charset="0"/>
              </a:rPr>
              <a:t>Callout example</a:t>
            </a: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317828CE-FAD0-6B4F-8CDF-5B99ADBA2168}"/>
              </a:ext>
            </a:extLst>
          </p:cNvPr>
          <p:cNvSpPr/>
          <p:nvPr/>
        </p:nvSpPr>
        <p:spPr>
          <a:xfrm>
            <a:off x="10198822" y="4129133"/>
            <a:ext cx="1783550" cy="1409297"/>
          </a:xfrm>
          <a:custGeom>
            <a:avLst/>
            <a:gdLst>
              <a:gd name="connsiteX0" fmla="*/ 0 w 1783550"/>
              <a:gd name="connsiteY0" fmla="*/ 0 h 1117749"/>
              <a:gd name="connsiteX1" fmla="*/ 1783550 w 1783550"/>
              <a:gd name="connsiteY1" fmla="*/ 0 h 1117749"/>
              <a:gd name="connsiteX2" fmla="*/ 1783550 w 1783550"/>
              <a:gd name="connsiteY2" fmla="*/ 1117749 h 1117749"/>
              <a:gd name="connsiteX3" fmla="*/ 0 w 1783550"/>
              <a:gd name="connsiteY3" fmla="*/ 1117749 h 1117749"/>
              <a:gd name="connsiteX4" fmla="*/ 0 w 1783550"/>
              <a:gd name="connsiteY4" fmla="*/ 0 h 1117749"/>
              <a:gd name="connsiteX0" fmla="*/ 0 w 1783550"/>
              <a:gd name="connsiteY0" fmla="*/ 0 h 1117749"/>
              <a:gd name="connsiteX1" fmla="*/ 1783550 w 1783550"/>
              <a:gd name="connsiteY1" fmla="*/ 0 h 1117749"/>
              <a:gd name="connsiteX2" fmla="*/ 1783550 w 1783550"/>
              <a:gd name="connsiteY2" fmla="*/ 1117749 h 1117749"/>
              <a:gd name="connsiteX3" fmla="*/ 908907 w 1783550"/>
              <a:gd name="connsiteY3" fmla="*/ 1117749 h 1117749"/>
              <a:gd name="connsiteX4" fmla="*/ 0 w 1783550"/>
              <a:gd name="connsiteY4" fmla="*/ 1117749 h 1117749"/>
              <a:gd name="connsiteX5" fmla="*/ 0 w 1783550"/>
              <a:gd name="connsiteY5" fmla="*/ 0 h 1117749"/>
              <a:gd name="connsiteX0" fmla="*/ 0 w 1783550"/>
              <a:gd name="connsiteY0" fmla="*/ 0 h 1329784"/>
              <a:gd name="connsiteX1" fmla="*/ 1783550 w 1783550"/>
              <a:gd name="connsiteY1" fmla="*/ 0 h 1329784"/>
              <a:gd name="connsiteX2" fmla="*/ 1783550 w 1783550"/>
              <a:gd name="connsiteY2" fmla="*/ 1117749 h 1329784"/>
              <a:gd name="connsiteX3" fmla="*/ 895655 w 1783550"/>
              <a:gd name="connsiteY3" fmla="*/ 1329784 h 1329784"/>
              <a:gd name="connsiteX4" fmla="*/ 0 w 1783550"/>
              <a:gd name="connsiteY4" fmla="*/ 1117749 h 1329784"/>
              <a:gd name="connsiteX5" fmla="*/ 0 w 1783550"/>
              <a:gd name="connsiteY5" fmla="*/ 0 h 1329784"/>
              <a:gd name="connsiteX0" fmla="*/ 0 w 1783550"/>
              <a:gd name="connsiteY0" fmla="*/ 0 h 1409297"/>
              <a:gd name="connsiteX1" fmla="*/ 1783550 w 1783550"/>
              <a:gd name="connsiteY1" fmla="*/ 0 h 1409297"/>
              <a:gd name="connsiteX2" fmla="*/ 1783550 w 1783550"/>
              <a:gd name="connsiteY2" fmla="*/ 1117749 h 1409297"/>
              <a:gd name="connsiteX3" fmla="*/ 895655 w 1783550"/>
              <a:gd name="connsiteY3" fmla="*/ 1409297 h 1409297"/>
              <a:gd name="connsiteX4" fmla="*/ 0 w 1783550"/>
              <a:gd name="connsiteY4" fmla="*/ 1117749 h 1409297"/>
              <a:gd name="connsiteX5" fmla="*/ 0 w 1783550"/>
              <a:gd name="connsiteY5" fmla="*/ 0 h 1409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83550" h="1409297">
                <a:moveTo>
                  <a:pt x="0" y="0"/>
                </a:moveTo>
                <a:lnTo>
                  <a:pt x="1783550" y="0"/>
                </a:lnTo>
                <a:lnTo>
                  <a:pt x="1783550" y="1117749"/>
                </a:lnTo>
                <a:lnTo>
                  <a:pt x="895655" y="1409297"/>
                </a:lnTo>
                <a:lnTo>
                  <a:pt x="0" y="1117749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0" rIns="45720" bIns="45720" rtlCol="0" anchor="ctr"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Franklin Gothic Demi Cond" panose="020B0706030402020204" pitchFamily="34" charset="0"/>
              </a:rPr>
              <a:t>Callout example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Footer information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828E86-5FF2-D947-916E-FD06B40EBECC}"/>
              </a:ext>
            </a:extLst>
          </p:cNvPr>
          <p:cNvSpPr/>
          <p:nvPr/>
        </p:nvSpPr>
        <p:spPr>
          <a:xfrm>
            <a:off x="4267200" y="6210300"/>
            <a:ext cx="8247636" cy="964232"/>
          </a:xfrm>
          <a:prstGeom prst="rect">
            <a:avLst/>
          </a:prstGeom>
          <a:solidFill>
            <a:srgbClr val="FE12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r>
              <a:rPr lang="en-US" sz="2500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Right-click the chart and </a:t>
            </a:r>
            <a:br>
              <a:rPr lang="en-US" sz="2500" dirty="0">
                <a:solidFill>
                  <a:schemeClr val="bg1"/>
                </a:solidFill>
                <a:latin typeface="Franklin Gothic Demi Cond" panose="020B0706030402020204" pitchFamily="34" charset="0"/>
              </a:rPr>
            </a:br>
            <a:r>
              <a:rPr lang="en-US" sz="2500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select “Edit Data in Excel” to customize the values.</a:t>
            </a:r>
            <a:endParaRPr lang="en-US" sz="1400" i="1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667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US" dirty="0"/>
              <a:t>Displaying data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 chart</a:t>
            </a:r>
            <a:endParaRPr lang="en-US" dirty="0"/>
          </a:p>
        </p:txBody>
      </p:sp>
      <p:graphicFrame>
        <p:nvGraphicFramePr>
          <p:cNvPr id="9" name="Chart Placeholder 8"/>
          <p:cNvGraphicFramePr>
            <a:graphicFrameLocks noGrp="1"/>
          </p:cNvGraphicFramePr>
          <p:nvPr>
            <p:ph type="chart" sz="quarter" idx="29"/>
            <p:extLst>
              <p:ext uri="{D42A27DB-BD31-4B8C-83A1-F6EECF244321}">
                <p14:modId xmlns:p14="http://schemas.microsoft.com/office/powerpoint/2010/main" val="3584802977"/>
              </p:ext>
            </p:extLst>
          </p:nvPr>
        </p:nvGraphicFramePr>
        <p:xfrm>
          <a:off x="914400" y="2057400"/>
          <a:ext cx="103632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601CE3AF-E6F4-924A-91B5-FCE4855BFA3E}"/>
              </a:ext>
            </a:extLst>
          </p:cNvPr>
          <p:cNvSpPr/>
          <p:nvPr/>
        </p:nvSpPr>
        <p:spPr>
          <a:xfrm>
            <a:off x="9374781" y="1135916"/>
            <a:ext cx="1783550" cy="1117749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45720" rIns="45720" bIns="45720" rtlCol="0" anchor="ctr"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Franklin Gothic Demi Cond" panose="020B0706030402020204" pitchFamily="34" charset="0"/>
              </a:rPr>
              <a:t>Callout example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8205CA26-3B5B-DE48-B69E-4798AD8A45BF}"/>
              </a:ext>
            </a:extLst>
          </p:cNvPr>
          <p:cNvSpPr/>
          <p:nvPr/>
        </p:nvSpPr>
        <p:spPr>
          <a:xfrm>
            <a:off x="10408450" y="3034955"/>
            <a:ext cx="1783550" cy="1409297"/>
          </a:xfrm>
          <a:custGeom>
            <a:avLst/>
            <a:gdLst>
              <a:gd name="connsiteX0" fmla="*/ 0 w 1783550"/>
              <a:gd name="connsiteY0" fmla="*/ 0 h 1117749"/>
              <a:gd name="connsiteX1" fmla="*/ 1783550 w 1783550"/>
              <a:gd name="connsiteY1" fmla="*/ 0 h 1117749"/>
              <a:gd name="connsiteX2" fmla="*/ 1783550 w 1783550"/>
              <a:gd name="connsiteY2" fmla="*/ 1117749 h 1117749"/>
              <a:gd name="connsiteX3" fmla="*/ 0 w 1783550"/>
              <a:gd name="connsiteY3" fmla="*/ 1117749 h 1117749"/>
              <a:gd name="connsiteX4" fmla="*/ 0 w 1783550"/>
              <a:gd name="connsiteY4" fmla="*/ 0 h 1117749"/>
              <a:gd name="connsiteX0" fmla="*/ 0 w 1783550"/>
              <a:gd name="connsiteY0" fmla="*/ 0 h 1117749"/>
              <a:gd name="connsiteX1" fmla="*/ 1783550 w 1783550"/>
              <a:gd name="connsiteY1" fmla="*/ 0 h 1117749"/>
              <a:gd name="connsiteX2" fmla="*/ 1783550 w 1783550"/>
              <a:gd name="connsiteY2" fmla="*/ 1117749 h 1117749"/>
              <a:gd name="connsiteX3" fmla="*/ 908907 w 1783550"/>
              <a:gd name="connsiteY3" fmla="*/ 1117749 h 1117749"/>
              <a:gd name="connsiteX4" fmla="*/ 0 w 1783550"/>
              <a:gd name="connsiteY4" fmla="*/ 1117749 h 1117749"/>
              <a:gd name="connsiteX5" fmla="*/ 0 w 1783550"/>
              <a:gd name="connsiteY5" fmla="*/ 0 h 1117749"/>
              <a:gd name="connsiteX0" fmla="*/ 0 w 1783550"/>
              <a:gd name="connsiteY0" fmla="*/ 0 h 1329784"/>
              <a:gd name="connsiteX1" fmla="*/ 1783550 w 1783550"/>
              <a:gd name="connsiteY1" fmla="*/ 0 h 1329784"/>
              <a:gd name="connsiteX2" fmla="*/ 1783550 w 1783550"/>
              <a:gd name="connsiteY2" fmla="*/ 1117749 h 1329784"/>
              <a:gd name="connsiteX3" fmla="*/ 895655 w 1783550"/>
              <a:gd name="connsiteY3" fmla="*/ 1329784 h 1329784"/>
              <a:gd name="connsiteX4" fmla="*/ 0 w 1783550"/>
              <a:gd name="connsiteY4" fmla="*/ 1117749 h 1329784"/>
              <a:gd name="connsiteX5" fmla="*/ 0 w 1783550"/>
              <a:gd name="connsiteY5" fmla="*/ 0 h 1329784"/>
              <a:gd name="connsiteX0" fmla="*/ 0 w 1783550"/>
              <a:gd name="connsiteY0" fmla="*/ 0 h 1409297"/>
              <a:gd name="connsiteX1" fmla="*/ 1783550 w 1783550"/>
              <a:gd name="connsiteY1" fmla="*/ 0 h 1409297"/>
              <a:gd name="connsiteX2" fmla="*/ 1783550 w 1783550"/>
              <a:gd name="connsiteY2" fmla="*/ 1117749 h 1409297"/>
              <a:gd name="connsiteX3" fmla="*/ 895655 w 1783550"/>
              <a:gd name="connsiteY3" fmla="*/ 1409297 h 1409297"/>
              <a:gd name="connsiteX4" fmla="*/ 0 w 1783550"/>
              <a:gd name="connsiteY4" fmla="*/ 1117749 h 1409297"/>
              <a:gd name="connsiteX5" fmla="*/ 0 w 1783550"/>
              <a:gd name="connsiteY5" fmla="*/ 0 h 1409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83550" h="1409297">
                <a:moveTo>
                  <a:pt x="0" y="0"/>
                </a:moveTo>
                <a:lnTo>
                  <a:pt x="1783550" y="0"/>
                </a:lnTo>
                <a:lnTo>
                  <a:pt x="1783550" y="1117749"/>
                </a:lnTo>
                <a:lnTo>
                  <a:pt x="895655" y="1409297"/>
                </a:lnTo>
                <a:lnTo>
                  <a:pt x="0" y="1117749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0" rIns="45720" bIns="45720" rtlCol="0" anchor="ctr"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Franklin Gothic Demi Cond" panose="020B0706030402020204" pitchFamily="34" charset="0"/>
              </a:rPr>
              <a:t>Callout example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Footer information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836677-4525-FB4A-84FE-25E5333E3350}"/>
              </a:ext>
            </a:extLst>
          </p:cNvPr>
          <p:cNvSpPr/>
          <p:nvPr/>
        </p:nvSpPr>
        <p:spPr>
          <a:xfrm>
            <a:off x="4267200" y="6210300"/>
            <a:ext cx="8247636" cy="964232"/>
          </a:xfrm>
          <a:prstGeom prst="rect">
            <a:avLst/>
          </a:prstGeom>
          <a:solidFill>
            <a:srgbClr val="FE12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r>
              <a:rPr lang="en-US" sz="2500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Right-click the chart and </a:t>
            </a:r>
            <a:br>
              <a:rPr lang="en-US" sz="2500" dirty="0">
                <a:solidFill>
                  <a:schemeClr val="bg1"/>
                </a:solidFill>
                <a:latin typeface="Franklin Gothic Demi Cond" panose="020B0706030402020204" pitchFamily="34" charset="0"/>
              </a:rPr>
            </a:br>
            <a:r>
              <a:rPr lang="en-US" sz="2500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select “Edit Data in Excel” to customize the values.</a:t>
            </a:r>
            <a:endParaRPr lang="en-US" sz="1400" i="1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98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US"/>
              <a:t>Displaying data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Pie chart</a:t>
            </a:r>
            <a:endParaRPr lang="en-US" dirty="0"/>
          </a:p>
        </p:txBody>
      </p:sp>
      <p:graphicFrame>
        <p:nvGraphicFramePr>
          <p:cNvPr id="9" name="Chart Placeholder 8"/>
          <p:cNvGraphicFramePr>
            <a:graphicFrameLocks noGrp="1"/>
          </p:cNvGraphicFramePr>
          <p:nvPr>
            <p:ph type="chart" sz="quarter" idx="29"/>
            <p:extLst>
              <p:ext uri="{D42A27DB-BD31-4B8C-83A1-F6EECF244321}">
                <p14:modId xmlns:p14="http://schemas.microsoft.com/office/powerpoint/2010/main" val="1955174886"/>
              </p:ext>
            </p:extLst>
          </p:nvPr>
        </p:nvGraphicFramePr>
        <p:xfrm>
          <a:off x="914400" y="1554480"/>
          <a:ext cx="10363200" cy="4503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26CF21F1-5FBF-A745-A7D0-EBFF4285C47A}"/>
              </a:ext>
            </a:extLst>
          </p:cNvPr>
          <p:cNvSpPr/>
          <p:nvPr/>
        </p:nvSpPr>
        <p:spPr>
          <a:xfrm>
            <a:off x="8765181" y="1837486"/>
            <a:ext cx="1783550" cy="1117749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45720" rIns="45720" bIns="45720" rtlCol="0" anchor="ctr"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Franklin Gothic Demi Cond" panose="020B0706030402020204" pitchFamily="34" charset="0"/>
              </a:rPr>
              <a:t>Callout example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7EEEC4D8-E8ED-6D47-A1F0-1BC3EDE152EA}"/>
              </a:ext>
            </a:extLst>
          </p:cNvPr>
          <p:cNvSpPr/>
          <p:nvPr/>
        </p:nvSpPr>
        <p:spPr>
          <a:xfrm>
            <a:off x="9154926" y="3440243"/>
            <a:ext cx="1783550" cy="1409297"/>
          </a:xfrm>
          <a:custGeom>
            <a:avLst/>
            <a:gdLst>
              <a:gd name="connsiteX0" fmla="*/ 0 w 1783550"/>
              <a:gd name="connsiteY0" fmla="*/ 0 h 1117749"/>
              <a:gd name="connsiteX1" fmla="*/ 1783550 w 1783550"/>
              <a:gd name="connsiteY1" fmla="*/ 0 h 1117749"/>
              <a:gd name="connsiteX2" fmla="*/ 1783550 w 1783550"/>
              <a:gd name="connsiteY2" fmla="*/ 1117749 h 1117749"/>
              <a:gd name="connsiteX3" fmla="*/ 0 w 1783550"/>
              <a:gd name="connsiteY3" fmla="*/ 1117749 h 1117749"/>
              <a:gd name="connsiteX4" fmla="*/ 0 w 1783550"/>
              <a:gd name="connsiteY4" fmla="*/ 0 h 1117749"/>
              <a:gd name="connsiteX0" fmla="*/ 0 w 1783550"/>
              <a:gd name="connsiteY0" fmla="*/ 0 h 1117749"/>
              <a:gd name="connsiteX1" fmla="*/ 1783550 w 1783550"/>
              <a:gd name="connsiteY1" fmla="*/ 0 h 1117749"/>
              <a:gd name="connsiteX2" fmla="*/ 1783550 w 1783550"/>
              <a:gd name="connsiteY2" fmla="*/ 1117749 h 1117749"/>
              <a:gd name="connsiteX3" fmla="*/ 908907 w 1783550"/>
              <a:gd name="connsiteY3" fmla="*/ 1117749 h 1117749"/>
              <a:gd name="connsiteX4" fmla="*/ 0 w 1783550"/>
              <a:gd name="connsiteY4" fmla="*/ 1117749 h 1117749"/>
              <a:gd name="connsiteX5" fmla="*/ 0 w 1783550"/>
              <a:gd name="connsiteY5" fmla="*/ 0 h 1117749"/>
              <a:gd name="connsiteX0" fmla="*/ 0 w 1783550"/>
              <a:gd name="connsiteY0" fmla="*/ 0 h 1329784"/>
              <a:gd name="connsiteX1" fmla="*/ 1783550 w 1783550"/>
              <a:gd name="connsiteY1" fmla="*/ 0 h 1329784"/>
              <a:gd name="connsiteX2" fmla="*/ 1783550 w 1783550"/>
              <a:gd name="connsiteY2" fmla="*/ 1117749 h 1329784"/>
              <a:gd name="connsiteX3" fmla="*/ 895655 w 1783550"/>
              <a:gd name="connsiteY3" fmla="*/ 1329784 h 1329784"/>
              <a:gd name="connsiteX4" fmla="*/ 0 w 1783550"/>
              <a:gd name="connsiteY4" fmla="*/ 1117749 h 1329784"/>
              <a:gd name="connsiteX5" fmla="*/ 0 w 1783550"/>
              <a:gd name="connsiteY5" fmla="*/ 0 h 1329784"/>
              <a:gd name="connsiteX0" fmla="*/ 0 w 1783550"/>
              <a:gd name="connsiteY0" fmla="*/ 0 h 1409297"/>
              <a:gd name="connsiteX1" fmla="*/ 1783550 w 1783550"/>
              <a:gd name="connsiteY1" fmla="*/ 0 h 1409297"/>
              <a:gd name="connsiteX2" fmla="*/ 1783550 w 1783550"/>
              <a:gd name="connsiteY2" fmla="*/ 1117749 h 1409297"/>
              <a:gd name="connsiteX3" fmla="*/ 895655 w 1783550"/>
              <a:gd name="connsiteY3" fmla="*/ 1409297 h 1409297"/>
              <a:gd name="connsiteX4" fmla="*/ 0 w 1783550"/>
              <a:gd name="connsiteY4" fmla="*/ 1117749 h 1409297"/>
              <a:gd name="connsiteX5" fmla="*/ 0 w 1783550"/>
              <a:gd name="connsiteY5" fmla="*/ 0 h 1409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83550" h="1409297">
                <a:moveTo>
                  <a:pt x="0" y="0"/>
                </a:moveTo>
                <a:lnTo>
                  <a:pt x="1783550" y="0"/>
                </a:lnTo>
                <a:lnTo>
                  <a:pt x="1783550" y="1117749"/>
                </a:lnTo>
                <a:lnTo>
                  <a:pt x="895655" y="1409297"/>
                </a:lnTo>
                <a:lnTo>
                  <a:pt x="0" y="1117749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0" rIns="45720" bIns="45720" rtlCol="0" anchor="ctr"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Franklin Gothic Demi Cond" panose="020B0706030402020204" pitchFamily="34" charset="0"/>
              </a:rPr>
              <a:t>Callout example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Footer information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9150AA-CBFB-8549-A20D-15C00E5DF03B}"/>
              </a:ext>
            </a:extLst>
          </p:cNvPr>
          <p:cNvSpPr/>
          <p:nvPr/>
        </p:nvSpPr>
        <p:spPr>
          <a:xfrm>
            <a:off x="4267200" y="6210300"/>
            <a:ext cx="8247636" cy="964232"/>
          </a:xfrm>
          <a:prstGeom prst="rect">
            <a:avLst/>
          </a:prstGeom>
          <a:solidFill>
            <a:srgbClr val="FE12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r>
              <a:rPr lang="en-US" sz="2500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Right-click the chart and </a:t>
            </a:r>
            <a:br>
              <a:rPr lang="en-US" sz="2500" dirty="0">
                <a:solidFill>
                  <a:schemeClr val="bg1"/>
                </a:solidFill>
                <a:latin typeface="Franklin Gothic Demi Cond" panose="020B0706030402020204" pitchFamily="34" charset="0"/>
              </a:rPr>
            </a:br>
            <a:r>
              <a:rPr lang="en-US" sz="2500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select “Edit Data in Excel” to customize the values.</a:t>
            </a:r>
            <a:endParaRPr lang="en-US" sz="1400" i="1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4324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A6B07878-167D-8948-91C8-6A9466565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print">
            <a:alphaModFix amt="24000"/>
            <a:duotone>
              <a:prstClr val="black"/>
              <a:srgbClr val="C95C3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99673" y="1905001"/>
            <a:ext cx="10375675" cy="2225262"/>
          </a:xfrm>
        </p:spPr>
        <p:txBody>
          <a:bodyPr/>
          <a:lstStyle/>
          <a:p>
            <a:r>
              <a:rPr lang="en-US" dirty="0"/>
              <a:t>“We are incredible at remembering pictures. Hear a piece of information, and three days later you’ll remember </a:t>
            </a:r>
            <a:r>
              <a:rPr lang="en-US" b="1" dirty="0"/>
              <a:t>10 percent</a:t>
            </a:r>
            <a:r>
              <a:rPr lang="en-US" dirty="0"/>
              <a:t> of it. Add a picture and you’ll remember </a:t>
            </a:r>
            <a:r>
              <a:rPr lang="en-US" b="1" dirty="0"/>
              <a:t>65 percent</a:t>
            </a:r>
            <a:r>
              <a:rPr lang="en-US" dirty="0"/>
              <a:t>.”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899605" y="4620890"/>
            <a:ext cx="2351595" cy="1415772"/>
          </a:xfrm>
        </p:spPr>
        <p:txBody>
          <a:bodyPr/>
          <a:lstStyle/>
          <a:p>
            <a:r>
              <a:rPr lang="en-US" sz="3200" dirty="0"/>
              <a:t>John Medina</a:t>
            </a:r>
          </a:p>
          <a:p>
            <a:pPr lvl="1"/>
            <a:r>
              <a:rPr lang="en-US" sz="2000" dirty="0"/>
              <a:t>Author of </a:t>
            </a:r>
            <a:r>
              <a:rPr lang="en-US" sz="2000" i="1" dirty="0"/>
              <a:t>Brain Rules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61082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3">
            <a:extLst>
              <a:ext uri="{FF2B5EF4-FFF2-40B4-BE49-F238E27FC236}">
                <a16:creationId xmlns:a16="http://schemas.microsoft.com/office/drawing/2014/main" id="{B9676701-DF58-0249-A838-E81820547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24000"/>
            <a:duotone>
              <a:prstClr val="black"/>
              <a:srgbClr val="C95C3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-3544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99673" y="1127050"/>
            <a:ext cx="5192783" cy="3555295"/>
          </a:xfrm>
        </p:spPr>
        <p:txBody>
          <a:bodyPr/>
          <a:lstStyle/>
          <a:p>
            <a:r>
              <a:rPr lang="en-US" sz="3400" dirty="0"/>
              <a:t>“We are incredible at remembering pictures. </a:t>
            </a:r>
            <a:br>
              <a:rPr lang="en-US" sz="3400" dirty="0"/>
            </a:br>
            <a:r>
              <a:rPr lang="en-US" sz="3400" dirty="0"/>
              <a:t>Hear a piece of information, and three days later you’ll remember </a:t>
            </a:r>
            <a:r>
              <a:rPr lang="en-US" sz="3400" b="1" dirty="0"/>
              <a:t>10 percent</a:t>
            </a:r>
            <a:r>
              <a:rPr lang="en-US" sz="3400" dirty="0"/>
              <a:t> of it. Add a picture and you’ll remember </a:t>
            </a:r>
            <a:r>
              <a:rPr lang="en-US" sz="3400" b="1" dirty="0"/>
              <a:t>65 percent</a:t>
            </a:r>
            <a:r>
              <a:rPr lang="en-US" sz="3400" dirty="0"/>
              <a:t>.”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3200" dirty="0"/>
              <a:t>John Medina</a:t>
            </a:r>
          </a:p>
          <a:p>
            <a:pPr lvl="1"/>
            <a:r>
              <a:rPr lang="en-US" sz="2000" dirty="0"/>
              <a:t>Author of </a:t>
            </a:r>
            <a:r>
              <a:rPr lang="en-US" sz="2000" i="1" dirty="0"/>
              <a:t>Brain Rules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40225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Quote slide style </a:t>
            </a:r>
            <a:r>
              <a:rPr lang="en-US" b="1" dirty="0">
                <a:solidFill>
                  <a:srgbClr val="C95C3A"/>
                </a:solidFill>
              </a:rPr>
              <a:t>example layout. </a:t>
            </a:r>
            <a:r>
              <a:rPr lang="en-US" dirty="0"/>
              <a:t>Text should be sentence case.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2800" dirty="0"/>
              <a:t>First, Last Name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Company name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Title comes here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81508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DF2DF53-EC3C-8649-BDF6-8AE032A4AB5F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85D4A2-423E-B846-8F8D-B51E1CAFC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UT Dallas Enrollment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216F98B-D60D-A14F-8317-B0AA22D3220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50" t="16362" r="15906" b="9598"/>
          <a:stretch/>
        </p:blipFill>
        <p:spPr>
          <a:xfrm>
            <a:off x="914400" y="2514589"/>
            <a:ext cx="3048000" cy="2743222"/>
          </a:xfrm>
        </p:spPr>
      </p:pic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5F182A2B-F072-604B-BD81-ED4AE8E6DA17}"/>
              </a:ext>
            </a:extLst>
          </p:cNvPr>
          <p:cNvGraphicFramePr>
            <a:graphicFrameLocks noGrp="1"/>
          </p:cNvGraphicFramePr>
          <p:nvPr>
            <p:ph sz="quarter" idx="16"/>
            <p:extLst>
              <p:ext uri="{D42A27DB-BD31-4B8C-83A1-F6EECF244321}">
                <p14:modId xmlns:p14="http://schemas.microsoft.com/office/powerpoint/2010/main" val="1332338288"/>
              </p:ext>
            </p:extLst>
          </p:nvPr>
        </p:nvGraphicFramePr>
        <p:xfrm>
          <a:off x="4212236" y="2160719"/>
          <a:ext cx="382249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218A0C90-FFA7-D840-A8EE-6BDC0597D3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383720" y="3124043"/>
            <a:ext cx="2101602" cy="157654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45720" rIns="45720" bIns="45720" rtlCol="0" anchor="ctr">
            <a:no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Franklin Gothic Demi Cond" panose="020B0706030402020204" pitchFamily="34" charset="0"/>
              </a:rPr>
              <a:t>Our student body has </a:t>
            </a:r>
            <a:br>
              <a:rPr lang="en-US" sz="1400" dirty="0">
                <a:solidFill>
                  <a:schemeClr val="accent1"/>
                </a:solidFill>
                <a:latin typeface="Franklin Gothic Demi Cond" panose="020B0706030402020204" pitchFamily="34" charset="0"/>
              </a:rPr>
            </a:br>
            <a:r>
              <a:rPr lang="en-US" sz="1400" dirty="0">
                <a:solidFill>
                  <a:schemeClr val="accent1"/>
                </a:solidFill>
                <a:latin typeface="Franklin Gothic Demi Cond" panose="020B0706030402020204" pitchFamily="34" charset="0"/>
              </a:rPr>
              <a:t>seen a 163% increase </a:t>
            </a:r>
            <a:br>
              <a:rPr lang="en-US" sz="1400" dirty="0">
                <a:solidFill>
                  <a:schemeClr val="accent1"/>
                </a:solidFill>
                <a:latin typeface="Franklin Gothic Demi Cond" panose="020B0706030402020204" pitchFamily="34" charset="0"/>
              </a:rPr>
            </a:br>
            <a:r>
              <a:rPr lang="en-US" sz="1400" dirty="0">
                <a:solidFill>
                  <a:schemeClr val="accent1"/>
                </a:solidFill>
                <a:latin typeface="Franklin Gothic Demi Cond" panose="020B0706030402020204" pitchFamily="34" charset="0"/>
              </a:rPr>
              <a:t>in 9 years.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12324C1-EBCD-564B-B8A6-6DC278C60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64" r="15061"/>
          <a:stretch/>
        </p:blipFill>
        <p:spPr>
          <a:xfrm>
            <a:off x="8229600" y="2514617"/>
            <a:ext cx="3048000" cy="2743165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EAC6E03-106A-8442-999F-C54D5A97F4D1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US" dirty="0"/>
              <a:t>Footer information</a:t>
            </a:r>
          </a:p>
        </p:txBody>
      </p:sp>
    </p:spTree>
    <p:extLst>
      <p:ext uri="{BB962C8B-B14F-4D97-AF65-F5344CB8AC3E}">
        <p14:creationId xmlns:p14="http://schemas.microsoft.com/office/powerpoint/2010/main" val="1386302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764A58-6739-F749-8801-DB41FD07294B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US"/>
              <a:t>Upward Trajectory: example slide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85D4A2-423E-B846-8F8D-B51E1CAFC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UT Dallas Enrollment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216F98B-D60D-A14F-8317-B0AA22D32203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183"/>
          <a:stretch/>
        </p:blipFill>
        <p:spPr>
          <a:xfrm>
            <a:off x="947821" y="2082800"/>
            <a:ext cx="6638757" cy="3621088"/>
          </a:xfrm>
        </p:spPr>
      </p:pic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5F182A2B-F072-604B-BD81-ED4AE8E6DA17}"/>
              </a:ext>
            </a:extLst>
          </p:cNvPr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2728670530"/>
              </p:ext>
            </p:extLst>
          </p:nvPr>
        </p:nvGraphicFramePr>
        <p:xfrm>
          <a:off x="7771836" y="2093913"/>
          <a:ext cx="4157274" cy="3621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73AC6C4B-87DA-8140-833C-21C1483B8790}"/>
              </a:ext>
            </a:extLst>
          </p:cNvPr>
          <p:cNvSpPr/>
          <p:nvPr/>
        </p:nvSpPr>
        <p:spPr>
          <a:xfrm>
            <a:off x="4572000" y="4886961"/>
            <a:ext cx="3048000" cy="8280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>
            <a:no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Franklin Gothic Demi Cond" panose="020B0706030402020204" pitchFamily="34" charset="0"/>
              </a:rPr>
              <a:t>Our student body has seen a 163% increase in 9 years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EAC6E03-106A-8442-999F-C54D5A97F4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Footer information</a:t>
            </a:r>
          </a:p>
        </p:txBody>
      </p:sp>
    </p:spTree>
    <p:extLst>
      <p:ext uri="{BB962C8B-B14F-4D97-AF65-F5344CB8AC3E}">
        <p14:creationId xmlns:p14="http://schemas.microsoft.com/office/powerpoint/2010/main" val="41969780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BE3E03-461F-D146-8EA1-3939FD93EDF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914400" y="923084"/>
            <a:ext cx="10363200" cy="914402"/>
          </a:xfrm>
          <a:ln>
            <a:noFill/>
          </a:ln>
        </p:spPr>
        <p:txBody>
          <a:bodyPr/>
          <a:lstStyle/>
          <a:p>
            <a:r>
              <a:rPr lang="en-US" dirty="0"/>
              <a:t>Callout style examples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86447" y="2272435"/>
            <a:ext cx="1089465" cy="677108"/>
          </a:xfrm>
          <a:prstGeom prst="rect">
            <a:avLst/>
          </a:prstGeom>
          <a:solidFill>
            <a:srgbClr val="305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Text Here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62993" y="2272435"/>
            <a:ext cx="1089465" cy="677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Text Here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9540" y="2272435"/>
            <a:ext cx="1089465" cy="677108"/>
          </a:xfrm>
          <a:prstGeom prst="rect">
            <a:avLst/>
          </a:prstGeom>
          <a:solidFill>
            <a:srgbClr val="78C8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Franklin Gothic Demi Cond" panose="020B0706030402020204" pitchFamily="34" charset="0"/>
              </a:rPr>
              <a:t>Text Here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16087" y="2272435"/>
            <a:ext cx="1089465" cy="6771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Franklin Gothic Demi Cond" panose="020B0706030402020204" pitchFamily="34" charset="0"/>
              </a:rPr>
              <a:t>Text Here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5A3F55D-3AE4-DD44-8549-6ACEE8C822E5}"/>
              </a:ext>
            </a:extLst>
          </p:cNvPr>
          <p:cNvSpPr/>
          <p:nvPr/>
        </p:nvSpPr>
        <p:spPr>
          <a:xfrm>
            <a:off x="2586447" y="3369715"/>
            <a:ext cx="1089465" cy="1000665"/>
          </a:xfrm>
          <a:custGeom>
            <a:avLst/>
            <a:gdLst>
              <a:gd name="connsiteX0" fmla="*/ 0 w 1089465"/>
              <a:gd name="connsiteY0" fmla="*/ 0 h 677108"/>
              <a:gd name="connsiteX1" fmla="*/ 1089465 w 1089465"/>
              <a:gd name="connsiteY1" fmla="*/ 0 h 677108"/>
              <a:gd name="connsiteX2" fmla="*/ 1089465 w 1089465"/>
              <a:gd name="connsiteY2" fmla="*/ 677108 h 677108"/>
              <a:gd name="connsiteX3" fmla="*/ 0 w 1089465"/>
              <a:gd name="connsiteY3" fmla="*/ 677108 h 677108"/>
              <a:gd name="connsiteX4" fmla="*/ 0 w 1089465"/>
              <a:gd name="connsiteY4" fmla="*/ 0 h 677108"/>
              <a:gd name="connsiteX0" fmla="*/ 0 w 1089465"/>
              <a:gd name="connsiteY0" fmla="*/ 0 h 690221"/>
              <a:gd name="connsiteX1" fmla="*/ 1089465 w 1089465"/>
              <a:gd name="connsiteY1" fmla="*/ 0 h 690221"/>
              <a:gd name="connsiteX2" fmla="*/ 1089465 w 1089465"/>
              <a:gd name="connsiteY2" fmla="*/ 677108 h 690221"/>
              <a:gd name="connsiteX3" fmla="*/ 461553 w 1089465"/>
              <a:gd name="connsiteY3" fmla="*/ 690221 h 690221"/>
              <a:gd name="connsiteX4" fmla="*/ 0 w 1089465"/>
              <a:gd name="connsiteY4" fmla="*/ 677108 h 690221"/>
              <a:gd name="connsiteX5" fmla="*/ 0 w 1089465"/>
              <a:gd name="connsiteY5" fmla="*/ 0 h 690221"/>
              <a:gd name="connsiteX0" fmla="*/ 0 w 1089465"/>
              <a:gd name="connsiteY0" fmla="*/ 0 h 995021"/>
              <a:gd name="connsiteX1" fmla="*/ 1089465 w 1089465"/>
              <a:gd name="connsiteY1" fmla="*/ 0 h 995021"/>
              <a:gd name="connsiteX2" fmla="*/ 1089465 w 1089465"/>
              <a:gd name="connsiteY2" fmla="*/ 677108 h 995021"/>
              <a:gd name="connsiteX3" fmla="*/ 534705 w 1089465"/>
              <a:gd name="connsiteY3" fmla="*/ 995021 h 995021"/>
              <a:gd name="connsiteX4" fmla="*/ 0 w 1089465"/>
              <a:gd name="connsiteY4" fmla="*/ 677108 h 995021"/>
              <a:gd name="connsiteX5" fmla="*/ 0 w 1089465"/>
              <a:gd name="connsiteY5" fmla="*/ 0 h 995021"/>
              <a:gd name="connsiteX0" fmla="*/ 0 w 1089465"/>
              <a:gd name="connsiteY0" fmla="*/ 0 h 1000665"/>
              <a:gd name="connsiteX1" fmla="*/ 1089465 w 1089465"/>
              <a:gd name="connsiteY1" fmla="*/ 0 h 1000665"/>
              <a:gd name="connsiteX2" fmla="*/ 1089465 w 1089465"/>
              <a:gd name="connsiteY2" fmla="*/ 677108 h 1000665"/>
              <a:gd name="connsiteX3" fmla="*/ 551639 w 1089465"/>
              <a:gd name="connsiteY3" fmla="*/ 1000665 h 1000665"/>
              <a:gd name="connsiteX4" fmla="*/ 0 w 1089465"/>
              <a:gd name="connsiteY4" fmla="*/ 677108 h 1000665"/>
              <a:gd name="connsiteX5" fmla="*/ 0 w 1089465"/>
              <a:gd name="connsiteY5" fmla="*/ 0 h 100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9465" h="1000665">
                <a:moveTo>
                  <a:pt x="0" y="0"/>
                </a:moveTo>
                <a:lnTo>
                  <a:pt x="1089465" y="0"/>
                </a:lnTo>
                <a:lnTo>
                  <a:pt x="1089465" y="677108"/>
                </a:lnTo>
                <a:lnTo>
                  <a:pt x="551639" y="1000665"/>
                </a:lnTo>
                <a:lnTo>
                  <a:pt x="0" y="677108"/>
                </a:lnTo>
                <a:lnTo>
                  <a:pt x="0" y="0"/>
                </a:lnTo>
                <a:close/>
              </a:path>
            </a:pathLst>
          </a:custGeom>
          <a:solidFill>
            <a:srgbClr val="305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0" rIns="228600" bIns="228600" rtlCol="0" anchor="ctr">
            <a:no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Text Here</a:t>
            </a:r>
          </a:p>
        </p:txBody>
      </p:sp>
      <p:sp>
        <p:nvSpPr>
          <p:cNvPr id="32" name="Rectangle 30">
            <a:extLst>
              <a:ext uri="{FF2B5EF4-FFF2-40B4-BE49-F238E27FC236}">
                <a16:creationId xmlns:a16="http://schemas.microsoft.com/office/drawing/2014/main" id="{EDC03385-ED74-7442-A79B-CAF17BD92B12}"/>
              </a:ext>
            </a:extLst>
          </p:cNvPr>
          <p:cNvSpPr/>
          <p:nvPr/>
        </p:nvSpPr>
        <p:spPr>
          <a:xfrm>
            <a:off x="4562994" y="3369715"/>
            <a:ext cx="1089465" cy="1000665"/>
          </a:xfrm>
          <a:custGeom>
            <a:avLst/>
            <a:gdLst>
              <a:gd name="connsiteX0" fmla="*/ 0 w 1089465"/>
              <a:gd name="connsiteY0" fmla="*/ 0 h 677108"/>
              <a:gd name="connsiteX1" fmla="*/ 1089465 w 1089465"/>
              <a:gd name="connsiteY1" fmla="*/ 0 h 677108"/>
              <a:gd name="connsiteX2" fmla="*/ 1089465 w 1089465"/>
              <a:gd name="connsiteY2" fmla="*/ 677108 h 677108"/>
              <a:gd name="connsiteX3" fmla="*/ 0 w 1089465"/>
              <a:gd name="connsiteY3" fmla="*/ 677108 h 677108"/>
              <a:gd name="connsiteX4" fmla="*/ 0 w 1089465"/>
              <a:gd name="connsiteY4" fmla="*/ 0 h 677108"/>
              <a:gd name="connsiteX0" fmla="*/ 0 w 1089465"/>
              <a:gd name="connsiteY0" fmla="*/ 0 h 690221"/>
              <a:gd name="connsiteX1" fmla="*/ 1089465 w 1089465"/>
              <a:gd name="connsiteY1" fmla="*/ 0 h 690221"/>
              <a:gd name="connsiteX2" fmla="*/ 1089465 w 1089465"/>
              <a:gd name="connsiteY2" fmla="*/ 677108 h 690221"/>
              <a:gd name="connsiteX3" fmla="*/ 461553 w 1089465"/>
              <a:gd name="connsiteY3" fmla="*/ 690221 h 690221"/>
              <a:gd name="connsiteX4" fmla="*/ 0 w 1089465"/>
              <a:gd name="connsiteY4" fmla="*/ 677108 h 690221"/>
              <a:gd name="connsiteX5" fmla="*/ 0 w 1089465"/>
              <a:gd name="connsiteY5" fmla="*/ 0 h 690221"/>
              <a:gd name="connsiteX0" fmla="*/ 0 w 1089465"/>
              <a:gd name="connsiteY0" fmla="*/ 0 h 995021"/>
              <a:gd name="connsiteX1" fmla="*/ 1089465 w 1089465"/>
              <a:gd name="connsiteY1" fmla="*/ 0 h 995021"/>
              <a:gd name="connsiteX2" fmla="*/ 1089465 w 1089465"/>
              <a:gd name="connsiteY2" fmla="*/ 677108 h 995021"/>
              <a:gd name="connsiteX3" fmla="*/ 534705 w 1089465"/>
              <a:gd name="connsiteY3" fmla="*/ 995021 h 995021"/>
              <a:gd name="connsiteX4" fmla="*/ 0 w 1089465"/>
              <a:gd name="connsiteY4" fmla="*/ 677108 h 995021"/>
              <a:gd name="connsiteX5" fmla="*/ 0 w 1089465"/>
              <a:gd name="connsiteY5" fmla="*/ 0 h 995021"/>
              <a:gd name="connsiteX0" fmla="*/ 0 w 1089465"/>
              <a:gd name="connsiteY0" fmla="*/ 0 h 1000665"/>
              <a:gd name="connsiteX1" fmla="*/ 1089465 w 1089465"/>
              <a:gd name="connsiteY1" fmla="*/ 0 h 1000665"/>
              <a:gd name="connsiteX2" fmla="*/ 1089465 w 1089465"/>
              <a:gd name="connsiteY2" fmla="*/ 677108 h 1000665"/>
              <a:gd name="connsiteX3" fmla="*/ 551639 w 1089465"/>
              <a:gd name="connsiteY3" fmla="*/ 1000665 h 1000665"/>
              <a:gd name="connsiteX4" fmla="*/ 0 w 1089465"/>
              <a:gd name="connsiteY4" fmla="*/ 677108 h 1000665"/>
              <a:gd name="connsiteX5" fmla="*/ 0 w 1089465"/>
              <a:gd name="connsiteY5" fmla="*/ 0 h 100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9465" h="1000665">
                <a:moveTo>
                  <a:pt x="0" y="0"/>
                </a:moveTo>
                <a:lnTo>
                  <a:pt x="1089465" y="0"/>
                </a:lnTo>
                <a:lnTo>
                  <a:pt x="1089465" y="677108"/>
                </a:lnTo>
                <a:lnTo>
                  <a:pt x="551639" y="1000665"/>
                </a:lnTo>
                <a:lnTo>
                  <a:pt x="0" y="677108"/>
                </a:lnTo>
                <a:lnTo>
                  <a:pt x="0" y="0"/>
                </a:lnTo>
                <a:close/>
              </a:path>
            </a:pathLst>
          </a:custGeom>
          <a:solidFill>
            <a:srgbClr val="E57A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0" rIns="228600" bIns="228600" rtlCol="0" anchor="ctr">
            <a:no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Text Here</a:t>
            </a:r>
          </a:p>
        </p:txBody>
      </p:sp>
      <p:sp>
        <p:nvSpPr>
          <p:cNvPr id="33" name="Rectangle 30">
            <a:extLst>
              <a:ext uri="{FF2B5EF4-FFF2-40B4-BE49-F238E27FC236}">
                <a16:creationId xmlns:a16="http://schemas.microsoft.com/office/drawing/2014/main" id="{5AC7508D-49C7-CE48-827A-997DC030CE44}"/>
              </a:ext>
            </a:extLst>
          </p:cNvPr>
          <p:cNvSpPr/>
          <p:nvPr/>
        </p:nvSpPr>
        <p:spPr>
          <a:xfrm>
            <a:off x="6539541" y="3369715"/>
            <a:ext cx="1089465" cy="1000665"/>
          </a:xfrm>
          <a:custGeom>
            <a:avLst/>
            <a:gdLst>
              <a:gd name="connsiteX0" fmla="*/ 0 w 1089465"/>
              <a:gd name="connsiteY0" fmla="*/ 0 h 677108"/>
              <a:gd name="connsiteX1" fmla="*/ 1089465 w 1089465"/>
              <a:gd name="connsiteY1" fmla="*/ 0 h 677108"/>
              <a:gd name="connsiteX2" fmla="*/ 1089465 w 1089465"/>
              <a:gd name="connsiteY2" fmla="*/ 677108 h 677108"/>
              <a:gd name="connsiteX3" fmla="*/ 0 w 1089465"/>
              <a:gd name="connsiteY3" fmla="*/ 677108 h 677108"/>
              <a:gd name="connsiteX4" fmla="*/ 0 w 1089465"/>
              <a:gd name="connsiteY4" fmla="*/ 0 h 677108"/>
              <a:gd name="connsiteX0" fmla="*/ 0 w 1089465"/>
              <a:gd name="connsiteY0" fmla="*/ 0 h 690221"/>
              <a:gd name="connsiteX1" fmla="*/ 1089465 w 1089465"/>
              <a:gd name="connsiteY1" fmla="*/ 0 h 690221"/>
              <a:gd name="connsiteX2" fmla="*/ 1089465 w 1089465"/>
              <a:gd name="connsiteY2" fmla="*/ 677108 h 690221"/>
              <a:gd name="connsiteX3" fmla="*/ 461553 w 1089465"/>
              <a:gd name="connsiteY3" fmla="*/ 690221 h 690221"/>
              <a:gd name="connsiteX4" fmla="*/ 0 w 1089465"/>
              <a:gd name="connsiteY4" fmla="*/ 677108 h 690221"/>
              <a:gd name="connsiteX5" fmla="*/ 0 w 1089465"/>
              <a:gd name="connsiteY5" fmla="*/ 0 h 690221"/>
              <a:gd name="connsiteX0" fmla="*/ 0 w 1089465"/>
              <a:gd name="connsiteY0" fmla="*/ 0 h 995021"/>
              <a:gd name="connsiteX1" fmla="*/ 1089465 w 1089465"/>
              <a:gd name="connsiteY1" fmla="*/ 0 h 995021"/>
              <a:gd name="connsiteX2" fmla="*/ 1089465 w 1089465"/>
              <a:gd name="connsiteY2" fmla="*/ 677108 h 995021"/>
              <a:gd name="connsiteX3" fmla="*/ 534705 w 1089465"/>
              <a:gd name="connsiteY3" fmla="*/ 995021 h 995021"/>
              <a:gd name="connsiteX4" fmla="*/ 0 w 1089465"/>
              <a:gd name="connsiteY4" fmla="*/ 677108 h 995021"/>
              <a:gd name="connsiteX5" fmla="*/ 0 w 1089465"/>
              <a:gd name="connsiteY5" fmla="*/ 0 h 995021"/>
              <a:gd name="connsiteX0" fmla="*/ 0 w 1089465"/>
              <a:gd name="connsiteY0" fmla="*/ 0 h 1000665"/>
              <a:gd name="connsiteX1" fmla="*/ 1089465 w 1089465"/>
              <a:gd name="connsiteY1" fmla="*/ 0 h 1000665"/>
              <a:gd name="connsiteX2" fmla="*/ 1089465 w 1089465"/>
              <a:gd name="connsiteY2" fmla="*/ 677108 h 1000665"/>
              <a:gd name="connsiteX3" fmla="*/ 551639 w 1089465"/>
              <a:gd name="connsiteY3" fmla="*/ 1000665 h 1000665"/>
              <a:gd name="connsiteX4" fmla="*/ 0 w 1089465"/>
              <a:gd name="connsiteY4" fmla="*/ 677108 h 1000665"/>
              <a:gd name="connsiteX5" fmla="*/ 0 w 1089465"/>
              <a:gd name="connsiteY5" fmla="*/ 0 h 100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9465" h="1000665">
                <a:moveTo>
                  <a:pt x="0" y="0"/>
                </a:moveTo>
                <a:lnTo>
                  <a:pt x="1089465" y="0"/>
                </a:lnTo>
                <a:lnTo>
                  <a:pt x="1089465" y="677108"/>
                </a:lnTo>
                <a:lnTo>
                  <a:pt x="551639" y="1000665"/>
                </a:lnTo>
                <a:lnTo>
                  <a:pt x="0" y="677108"/>
                </a:lnTo>
                <a:lnTo>
                  <a:pt x="0" y="0"/>
                </a:lnTo>
                <a:close/>
              </a:path>
            </a:pathLst>
          </a:custGeom>
          <a:solidFill>
            <a:srgbClr val="78C8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0" rIns="228600" bIns="228600" rtlCol="0" anchor="ctr"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Franklin Gothic Demi Cond" panose="020B0706030402020204" pitchFamily="34" charset="0"/>
              </a:rPr>
              <a:t>Text Here</a:t>
            </a:r>
          </a:p>
        </p:txBody>
      </p:sp>
      <p:sp>
        <p:nvSpPr>
          <p:cNvPr id="34" name="Rectangle 30">
            <a:extLst>
              <a:ext uri="{FF2B5EF4-FFF2-40B4-BE49-F238E27FC236}">
                <a16:creationId xmlns:a16="http://schemas.microsoft.com/office/drawing/2014/main" id="{5635015A-C7CF-9C46-B8CA-BA904DC2920C}"/>
              </a:ext>
            </a:extLst>
          </p:cNvPr>
          <p:cNvSpPr/>
          <p:nvPr/>
        </p:nvSpPr>
        <p:spPr>
          <a:xfrm>
            <a:off x="8516087" y="3369715"/>
            <a:ext cx="1089465" cy="1000665"/>
          </a:xfrm>
          <a:custGeom>
            <a:avLst/>
            <a:gdLst>
              <a:gd name="connsiteX0" fmla="*/ 0 w 1089465"/>
              <a:gd name="connsiteY0" fmla="*/ 0 h 677108"/>
              <a:gd name="connsiteX1" fmla="*/ 1089465 w 1089465"/>
              <a:gd name="connsiteY1" fmla="*/ 0 h 677108"/>
              <a:gd name="connsiteX2" fmla="*/ 1089465 w 1089465"/>
              <a:gd name="connsiteY2" fmla="*/ 677108 h 677108"/>
              <a:gd name="connsiteX3" fmla="*/ 0 w 1089465"/>
              <a:gd name="connsiteY3" fmla="*/ 677108 h 677108"/>
              <a:gd name="connsiteX4" fmla="*/ 0 w 1089465"/>
              <a:gd name="connsiteY4" fmla="*/ 0 h 677108"/>
              <a:gd name="connsiteX0" fmla="*/ 0 w 1089465"/>
              <a:gd name="connsiteY0" fmla="*/ 0 h 690221"/>
              <a:gd name="connsiteX1" fmla="*/ 1089465 w 1089465"/>
              <a:gd name="connsiteY1" fmla="*/ 0 h 690221"/>
              <a:gd name="connsiteX2" fmla="*/ 1089465 w 1089465"/>
              <a:gd name="connsiteY2" fmla="*/ 677108 h 690221"/>
              <a:gd name="connsiteX3" fmla="*/ 461553 w 1089465"/>
              <a:gd name="connsiteY3" fmla="*/ 690221 h 690221"/>
              <a:gd name="connsiteX4" fmla="*/ 0 w 1089465"/>
              <a:gd name="connsiteY4" fmla="*/ 677108 h 690221"/>
              <a:gd name="connsiteX5" fmla="*/ 0 w 1089465"/>
              <a:gd name="connsiteY5" fmla="*/ 0 h 690221"/>
              <a:gd name="connsiteX0" fmla="*/ 0 w 1089465"/>
              <a:gd name="connsiteY0" fmla="*/ 0 h 995021"/>
              <a:gd name="connsiteX1" fmla="*/ 1089465 w 1089465"/>
              <a:gd name="connsiteY1" fmla="*/ 0 h 995021"/>
              <a:gd name="connsiteX2" fmla="*/ 1089465 w 1089465"/>
              <a:gd name="connsiteY2" fmla="*/ 677108 h 995021"/>
              <a:gd name="connsiteX3" fmla="*/ 534705 w 1089465"/>
              <a:gd name="connsiteY3" fmla="*/ 995021 h 995021"/>
              <a:gd name="connsiteX4" fmla="*/ 0 w 1089465"/>
              <a:gd name="connsiteY4" fmla="*/ 677108 h 995021"/>
              <a:gd name="connsiteX5" fmla="*/ 0 w 1089465"/>
              <a:gd name="connsiteY5" fmla="*/ 0 h 995021"/>
              <a:gd name="connsiteX0" fmla="*/ 0 w 1089465"/>
              <a:gd name="connsiteY0" fmla="*/ 0 h 1000665"/>
              <a:gd name="connsiteX1" fmla="*/ 1089465 w 1089465"/>
              <a:gd name="connsiteY1" fmla="*/ 0 h 1000665"/>
              <a:gd name="connsiteX2" fmla="*/ 1089465 w 1089465"/>
              <a:gd name="connsiteY2" fmla="*/ 677108 h 1000665"/>
              <a:gd name="connsiteX3" fmla="*/ 551639 w 1089465"/>
              <a:gd name="connsiteY3" fmla="*/ 1000665 h 1000665"/>
              <a:gd name="connsiteX4" fmla="*/ 0 w 1089465"/>
              <a:gd name="connsiteY4" fmla="*/ 677108 h 1000665"/>
              <a:gd name="connsiteX5" fmla="*/ 0 w 1089465"/>
              <a:gd name="connsiteY5" fmla="*/ 0 h 100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9465" h="1000665">
                <a:moveTo>
                  <a:pt x="0" y="0"/>
                </a:moveTo>
                <a:lnTo>
                  <a:pt x="1089465" y="0"/>
                </a:lnTo>
                <a:lnTo>
                  <a:pt x="1089465" y="677108"/>
                </a:lnTo>
                <a:lnTo>
                  <a:pt x="551639" y="1000665"/>
                </a:lnTo>
                <a:lnTo>
                  <a:pt x="0" y="67710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0" rIns="228600" bIns="228600" rtlCol="0" anchor="ctr"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Franklin Gothic Demi Cond" panose="020B0706030402020204" pitchFamily="34" charset="0"/>
              </a:rPr>
              <a:t>Text Here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4"/>
          </p:nvPr>
        </p:nvSpPr>
        <p:spPr>
          <a:xfrm>
            <a:off x="914400" y="6544368"/>
            <a:ext cx="6705600" cy="167931"/>
          </a:xfrm>
          <a:ln>
            <a:noFill/>
          </a:ln>
        </p:spPr>
        <p:txBody>
          <a:bodyPr anchor="ctr"/>
          <a:lstStyle/>
          <a:p>
            <a:r>
              <a:rPr lang="en-US" dirty="0"/>
              <a:t>Footer information</a:t>
            </a:r>
          </a:p>
        </p:txBody>
      </p:sp>
    </p:spTree>
    <p:extLst>
      <p:ext uri="{BB962C8B-B14F-4D97-AF65-F5344CB8AC3E}">
        <p14:creationId xmlns:p14="http://schemas.microsoft.com/office/powerpoint/2010/main" val="4212801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38A70B9-9F3C-2C4A-AA0E-78AC56FD0367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FEAFD6B7-6F4F-1542-8C36-0B5C0A234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 Dallas Marks</a:t>
            </a:r>
          </a:p>
        </p:txBody>
      </p:sp>
      <p:pic>
        <p:nvPicPr>
          <p:cNvPr id="4" name="Picture 3" descr="Emblem with orange background.">
            <a:extLst>
              <a:ext uri="{FF2B5EF4-FFF2-40B4-BE49-F238E27FC236}">
                <a16:creationId xmlns:a16="http://schemas.microsoft.com/office/drawing/2014/main" id="{D867FEC2-A2CE-7943-82EE-C7EAADF4CA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4640" y="1727876"/>
            <a:ext cx="1851557" cy="1854772"/>
          </a:xfrm>
          <a:prstGeom prst="rect">
            <a:avLst/>
          </a:prstGeom>
        </p:spPr>
      </p:pic>
      <p:pic>
        <p:nvPicPr>
          <p:cNvPr id="6" name="Picture 5" descr="Emblem with orange background and green border. ">
            <a:extLst>
              <a:ext uri="{FF2B5EF4-FFF2-40B4-BE49-F238E27FC236}">
                <a16:creationId xmlns:a16="http://schemas.microsoft.com/office/drawing/2014/main" id="{0CB4C362-F33B-664B-8147-B607777FF6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6851" y="1727876"/>
            <a:ext cx="1854772" cy="1854772"/>
          </a:xfrm>
          <a:prstGeom prst="rect">
            <a:avLst/>
          </a:prstGeom>
        </p:spPr>
      </p:pic>
      <p:pic>
        <p:nvPicPr>
          <p:cNvPr id="10" name="Picture 9" descr="Emblem with orange text on white background.">
            <a:extLst>
              <a:ext uri="{FF2B5EF4-FFF2-40B4-BE49-F238E27FC236}">
                <a16:creationId xmlns:a16="http://schemas.microsoft.com/office/drawing/2014/main" id="{712A3438-BE9C-D44B-B454-FFB2929D6D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668" y="1727876"/>
            <a:ext cx="1854772" cy="1854772"/>
          </a:xfrm>
          <a:prstGeom prst="rect">
            <a:avLst/>
          </a:prstGeom>
        </p:spPr>
      </p:pic>
      <p:pic>
        <p:nvPicPr>
          <p:cNvPr id="12" name="Picture 11" descr="Monogram using black text.">
            <a:extLst>
              <a:ext uri="{FF2B5EF4-FFF2-40B4-BE49-F238E27FC236}">
                <a16:creationId xmlns:a16="http://schemas.microsoft.com/office/drawing/2014/main" id="{4D5B673F-7BD9-5848-A550-9B141E9FB88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91402" y="1765951"/>
            <a:ext cx="1716138" cy="1716138"/>
          </a:xfrm>
          <a:prstGeom prst="rect">
            <a:avLst/>
          </a:prstGeom>
        </p:spPr>
      </p:pic>
      <p:pic>
        <p:nvPicPr>
          <p:cNvPr id="14" name="Picture 13" descr="Monogram using orange text with orange border. ">
            <a:extLst>
              <a:ext uri="{FF2B5EF4-FFF2-40B4-BE49-F238E27FC236}">
                <a16:creationId xmlns:a16="http://schemas.microsoft.com/office/drawing/2014/main" id="{7A9FAF6D-A40D-A048-8077-F1B47174C2D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009" y="4056990"/>
            <a:ext cx="1598379" cy="1601154"/>
          </a:xfrm>
          <a:prstGeom prst="rect">
            <a:avLst/>
          </a:prstGeom>
        </p:spPr>
      </p:pic>
      <p:pic>
        <p:nvPicPr>
          <p:cNvPr id="16" name="Picture 15" descr="Monogram using white text, orange background, green border. ">
            <a:extLst>
              <a:ext uri="{FF2B5EF4-FFF2-40B4-BE49-F238E27FC236}">
                <a16:creationId xmlns:a16="http://schemas.microsoft.com/office/drawing/2014/main" id="{09710782-2509-D444-A9B5-AF55DD1F4E1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8426" y="4123900"/>
            <a:ext cx="1696832" cy="1699778"/>
          </a:xfrm>
          <a:prstGeom prst="rect">
            <a:avLst/>
          </a:prstGeom>
        </p:spPr>
      </p:pic>
      <p:pic>
        <p:nvPicPr>
          <p:cNvPr id="20" name="Picture 19" descr="Monogram using white text, black circular background. ">
            <a:extLst>
              <a:ext uri="{FF2B5EF4-FFF2-40B4-BE49-F238E27FC236}">
                <a16:creationId xmlns:a16="http://schemas.microsoft.com/office/drawing/2014/main" id="{0C4EB4EF-DB91-A24E-B8BA-DEC00163714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00668" y="4042606"/>
            <a:ext cx="1696832" cy="1696832"/>
          </a:xfrm>
          <a:prstGeom prst="rect">
            <a:avLst/>
          </a:prstGeom>
        </p:spPr>
      </p:pic>
      <p:pic>
        <p:nvPicPr>
          <p:cNvPr id="22" name="Picture 21" descr="Monogram using orange text. ">
            <a:extLst>
              <a:ext uri="{FF2B5EF4-FFF2-40B4-BE49-F238E27FC236}">
                <a16:creationId xmlns:a16="http://schemas.microsoft.com/office/drawing/2014/main" id="{E4C04D44-5B52-4B47-B8C5-1CA6B5563F9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1402" y="3972750"/>
            <a:ext cx="1696832" cy="1699778"/>
          </a:xfrm>
          <a:prstGeom prst="rect">
            <a:avLst/>
          </a:prstGeom>
        </p:spPr>
      </p:pic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7D27B13-87E4-514F-A759-4865973346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162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i="0" dirty="0"/>
              <a:t>Section head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000" dirty="0"/>
              <a:t>Overview of the section</a:t>
            </a:r>
          </a:p>
          <a:p>
            <a:pPr lvl="1"/>
            <a:r>
              <a:rPr lang="fr-FR" sz="1800" dirty="0"/>
              <a:t>Use to </a:t>
            </a:r>
            <a:r>
              <a:rPr lang="fr-FR" sz="1800" dirty="0" err="1"/>
              <a:t>segue</a:t>
            </a:r>
            <a:r>
              <a:rPr lang="fr-FR" sz="1800" dirty="0"/>
              <a:t> to </a:t>
            </a:r>
            <a:r>
              <a:rPr lang="fr-FR" sz="1800" dirty="0" err="1"/>
              <a:t>another</a:t>
            </a:r>
            <a:r>
              <a:rPr lang="fr-FR" sz="1800" dirty="0"/>
              <a:t> section</a:t>
            </a:r>
          </a:p>
          <a:p>
            <a:pPr lvl="1"/>
            <a:r>
              <a:rPr lang="fr-FR" sz="1800" dirty="0"/>
              <a:t>Use as a Q&amp;A slide</a:t>
            </a:r>
          </a:p>
        </p:txBody>
      </p:sp>
    </p:spTree>
    <p:extLst>
      <p:ext uri="{BB962C8B-B14F-4D97-AF65-F5344CB8AC3E}">
        <p14:creationId xmlns:p14="http://schemas.microsoft.com/office/powerpoint/2010/main" val="3890233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902208" y="4056990"/>
            <a:ext cx="6117069" cy="1830054"/>
          </a:xfrm>
        </p:spPr>
        <p:txBody>
          <a:bodyPr/>
          <a:lstStyle/>
          <a:p>
            <a:r>
              <a:rPr lang="en-US" i="0" dirty="0"/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000" dirty="0"/>
              <a:t>Contact information or summary</a:t>
            </a:r>
          </a:p>
          <a:p>
            <a:pPr lvl="1"/>
            <a:r>
              <a:rPr lang="en-US" sz="1800" dirty="0"/>
              <a:t>More details concerning the brand standards for UT Dallas can be found online at </a:t>
            </a:r>
            <a:r>
              <a:rPr lang="en-US" sz="1800" b="1" dirty="0" err="1"/>
              <a:t>utdallas.edu</a:t>
            </a:r>
            <a:r>
              <a:rPr lang="en-US" sz="1800" b="1" dirty="0"/>
              <a:t>/brand</a:t>
            </a:r>
            <a:r>
              <a:rPr lang="en-US" sz="18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81C62F-2F48-56B8-12B1-8ABC8F535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7081" y="1827846"/>
            <a:ext cx="1598379" cy="1601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046474"/>
      </p:ext>
    </p:extLst>
  </p:cSld>
  <p:clrMapOvr>
    <a:masterClrMapping/>
  </p:clrMapOvr>
</p:sld>
</file>

<file path=ppt/theme/theme1.xml><?xml version="1.0" encoding="utf-8"?>
<a:theme xmlns:a="http://schemas.openxmlformats.org/drawingml/2006/main" name="Sophisticated Business">
  <a:themeElements>
    <a:clrScheme name="UTD 2019 Colors">
      <a:dk1>
        <a:srgbClr val="000000"/>
      </a:dk1>
      <a:lt1>
        <a:srgbClr val="FFFFFF"/>
      </a:lt1>
      <a:dk2>
        <a:srgbClr val="414141"/>
      </a:dk2>
      <a:lt2>
        <a:srgbClr val="E7E6E6"/>
      </a:lt2>
      <a:accent1>
        <a:srgbClr val="E87500"/>
      </a:accent1>
      <a:accent2>
        <a:srgbClr val="69BD28"/>
      </a:accent2>
      <a:accent3>
        <a:srgbClr val="00A0DE"/>
      </a:accent3>
      <a:accent4>
        <a:srgbClr val="FFB611"/>
      </a:accent4>
      <a:accent5>
        <a:srgbClr val="154734"/>
      </a:accent5>
      <a:accent6>
        <a:srgbClr val="5FE0B7"/>
      </a:accent6>
      <a:hlink>
        <a:srgbClr val="C8C8C8"/>
      </a:hlink>
      <a:folHlink>
        <a:srgbClr val="808080"/>
      </a:folHlink>
    </a:clrScheme>
    <a:fontScheme name="Sophisticated Business">
      <a:majorFont>
        <a:latin typeface="Franklin Gothic Book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wrap="none" lIns="228600" tIns="228600" rIns="228600" bIns="228600" rtlCol="0" anchor="ctr">
        <a:noAutofit/>
      </a:bodyPr>
      <a:lstStyle>
        <a:defPPr algn="ctr">
          <a:defRPr sz="1400" dirty="0" smtClean="0">
            <a:solidFill>
              <a:schemeClr val="bg1"/>
            </a:solidFill>
            <a:latin typeface="Franklin Gothic Demi Cond" panose="020B07060304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dirty="0">
            <a:solidFill>
              <a:schemeClr val="tx2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Sophisticated Business">
      <a:dk1>
        <a:sysClr val="windowText" lastClr="000000"/>
      </a:dk1>
      <a:lt1>
        <a:sysClr val="window" lastClr="FFFFFF"/>
      </a:lt1>
      <a:dk2>
        <a:srgbClr val="897C57"/>
      </a:dk2>
      <a:lt2>
        <a:srgbClr val="FFFFFF"/>
      </a:lt2>
      <a:accent1>
        <a:srgbClr val="3C8689"/>
      </a:accent1>
      <a:accent2>
        <a:srgbClr val="E2BA41"/>
      </a:accent2>
      <a:accent3>
        <a:srgbClr val="C8904D"/>
      </a:accent3>
      <a:accent4>
        <a:srgbClr val="66AF9E"/>
      </a:accent4>
      <a:accent5>
        <a:srgbClr val="897C57"/>
      </a:accent5>
      <a:accent6>
        <a:srgbClr val="AF9D66"/>
      </a:accent6>
      <a:hlink>
        <a:srgbClr val="3C8689"/>
      </a:hlink>
      <a:folHlink>
        <a:srgbClr val="897C57"/>
      </a:folHlink>
    </a:clrScheme>
    <a:fontScheme name="Sophisticated Business">
      <a:majorFont>
        <a:latin typeface="Franklin Gothic Book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ophisticated Business">
      <a:dk1>
        <a:sysClr val="windowText" lastClr="000000"/>
      </a:dk1>
      <a:lt1>
        <a:sysClr val="window" lastClr="FFFFFF"/>
      </a:lt1>
      <a:dk2>
        <a:srgbClr val="897C57"/>
      </a:dk2>
      <a:lt2>
        <a:srgbClr val="FFFFFF"/>
      </a:lt2>
      <a:accent1>
        <a:srgbClr val="3C8689"/>
      </a:accent1>
      <a:accent2>
        <a:srgbClr val="E2BA41"/>
      </a:accent2>
      <a:accent3>
        <a:srgbClr val="C8904D"/>
      </a:accent3>
      <a:accent4>
        <a:srgbClr val="66AF9E"/>
      </a:accent4>
      <a:accent5>
        <a:srgbClr val="897C57"/>
      </a:accent5>
      <a:accent6>
        <a:srgbClr val="AF9D66"/>
      </a:accent6>
      <a:hlink>
        <a:srgbClr val="3C8689"/>
      </a:hlink>
      <a:folHlink>
        <a:srgbClr val="897C57"/>
      </a:folHlink>
    </a:clrScheme>
    <a:fontScheme name="Sophisticated Business">
      <a:majorFont>
        <a:latin typeface="Franklin Gothic Book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1519</TotalTime>
  <Words>1119</Words>
  <Application>Microsoft Macintosh PowerPoint</Application>
  <PresentationFormat>Widescreen</PresentationFormat>
  <Paragraphs>154</Paragraphs>
  <Slides>20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Franklin Gothic Book</vt:lpstr>
      <vt:lpstr>Franklin Gothic Demi Cond</vt:lpstr>
      <vt:lpstr>Georgia</vt:lpstr>
      <vt:lpstr>Wingdings</vt:lpstr>
      <vt:lpstr>Sophisticated Business</vt:lpstr>
      <vt:lpstr>PowerPoint Presentation</vt:lpstr>
      <vt:lpstr>Title Slide Example</vt:lpstr>
      <vt:lpstr>Creating contrast with type</vt:lpstr>
      <vt:lpstr>Three-column layout</vt:lpstr>
      <vt:lpstr>Table</vt:lpstr>
      <vt:lpstr>Column chart (single category)</vt:lpstr>
      <vt:lpstr>Column chart (multi-category)</vt:lpstr>
      <vt:lpstr>Stacked column chart</vt:lpstr>
      <vt:lpstr>Bar chart</vt:lpstr>
      <vt:lpstr>Line chart</vt:lpstr>
      <vt:lpstr>Pie chart</vt:lpstr>
      <vt:lpstr>“We are incredible at remembering pictures. Hear a piece of information, and three days later you’ll remember 10 percent of it. Add a picture and you’ll remember 65 percent.”</vt:lpstr>
      <vt:lpstr>“We are incredible at remembering pictures.  Hear a piece of information, and three days later you’ll remember 10 percent of it. Add a picture and you’ll remember 65 percent.”</vt:lpstr>
      <vt:lpstr>Quote slide style example layout. Text should be sentence case.</vt:lpstr>
      <vt:lpstr>UT Dallas Enrollment</vt:lpstr>
      <vt:lpstr>UT Dallas Enrollment</vt:lpstr>
      <vt:lpstr>Callout style examples</vt:lpstr>
      <vt:lpstr>UT Dallas Marks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Duarte;Inc. 2014</dc:creator>
  <cp:lastModifiedBy>Patra, Rittik</cp:lastModifiedBy>
  <cp:revision>191</cp:revision>
  <dcterms:created xsi:type="dcterms:W3CDTF">2014-02-06T21:29:49Z</dcterms:created>
  <dcterms:modified xsi:type="dcterms:W3CDTF">2026-09-18T17:27:05Z</dcterms:modified>
</cp:coreProperties>
</file>